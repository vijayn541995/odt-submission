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notesMasterIdLst>
    <p:notesMasterId r:id="rId15"/>
  </p:notesMasterIdLst>
  <p:handoutMasterIdLst>
    <p:handoutMasterId r:id="rId16"/>
  </p:handoutMasterIdLst>
  <p:sldIdLst>
    <p:sldId id="2147309741" r:id="rId2"/>
    <p:sldId id="2147309746" r:id="rId3"/>
    <p:sldId id="2147309747" r:id="rId4"/>
    <p:sldId id="259" r:id="rId5"/>
    <p:sldId id="2147309749" r:id="rId6"/>
    <p:sldId id="2147309753" r:id="rId7"/>
    <p:sldId id="2147309754" r:id="rId8"/>
    <p:sldId id="2147309755" r:id="rId9"/>
    <p:sldId id="2147309756" r:id="rId10"/>
    <p:sldId id="2147309758" r:id="rId11"/>
    <p:sldId id="262" r:id="rId12"/>
    <p:sldId id="2147309750" r:id="rId13"/>
    <p:sldId id="2147309752" r:id="rId14"/>
  </p:sldIdLst>
  <p:sldSz cx="12192000" cy="6858000"/>
  <p:notesSz cx="7315200" cy="12344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ll slides" id="{69C79F6C-AA55-485D-BB9F-DB342B159076}">
          <p14:sldIdLst>
            <p14:sldId id="2147309741"/>
          </p14:sldIdLst>
        </p14:section>
        <p14:section name="Oracle Code Assist (OCA) Hackathon 2026" id="{C3F40FEB-5F4C-4D46-97D8-ED3327DEC9A9}">
          <p14:sldIdLst>
            <p14:sldId id="2147309746"/>
            <p14:sldId id="2147309747"/>
            <p14:sldId id="259"/>
            <p14:sldId id="2147309749"/>
            <p14:sldId id="2147309753"/>
            <p14:sldId id="2147309754"/>
            <p14:sldId id="2147309755"/>
            <p14:sldId id="2147309756"/>
            <p14:sldId id="2147309758"/>
            <p14:sldId id="262"/>
            <p14:sldId id="2147309750"/>
            <p14:sldId id="214730975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888" userDrawn="1">
          <p15:clr>
            <a:srgbClr val="A4A3A4"/>
          </p15:clr>
        </p15:guide>
        <p15:guide id="2" pos="230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Howell" initials="MH" lastIdx="4" clrIdx="0">
    <p:extLst>
      <p:ext uri="{19B8F6BF-5375-455C-9EA6-DF929625EA0E}">
        <p15:presenceInfo xmlns:p15="http://schemas.microsoft.com/office/powerpoint/2012/main" userId="Michelle How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3D32"/>
    <a:srgbClr val="FDFEFE"/>
    <a:srgbClr val="FEFEFE"/>
    <a:srgbClr val="FFFEFE"/>
    <a:srgbClr val="FFFFFD"/>
    <a:srgbClr val="FFFFFE"/>
    <a:srgbClr val="FFFEFF"/>
    <a:srgbClr val="FEFFFF"/>
    <a:srgbClr val="FFFFFF"/>
    <a:srgbClr val="FFF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5C95D8-C623-604E-9EFC-8EF3D0CC6788}" v="20" dt="2026-04-25T11:15:11.855"/>
  </p1510:revLst>
</p1510:revInfo>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autoAdjust="0"/>
    <p:restoredTop sz="96498" autoAdjust="0"/>
  </p:normalViewPr>
  <p:slideViewPr>
    <p:cSldViewPr snapToGrid="0" showGuides="1">
      <p:cViewPr>
        <p:scale>
          <a:sx n="98" d="100"/>
          <a:sy n="98" d="100"/>
        </p:scale>
        <p:origin x="1304" y="880"/>
      </p:cViewPr>
      <p:guideLst>
        <p:guide orient="horz" pos="2160"/>
        <p:guide pos="3840"/>
      </p:guideLst>
    </p:cSldViewPr>
  </p:slideViewPr>
  <p:outlineViewPr>
    <p:cViewPr>
      <p:scale>
        <a:sx n="33" d="100"/>
        <a:sy n="33" d="100"/>
      </p:scale>
      <p:origin x="0" y="-22096"/>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0" d="100"/>
          <a:sy n="50" d="100"/>
        </p:scale>
        <p:origin x="2804" y="44"/>
      </p:cViewPr>
      <p:guideLst>
        <p:guide orient="horz" pos="3888"/>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 N" userId="60b8a08f-97b9-43f0-aac2-d3872fb35b26" providerId="ADAL" clId="{6DD3CCFC-8707-5824-B0C2-C322E0A505EA}"/>
    <pc:docChg chg="undo custSel delSld modSld modSection">
      <pc:chgData name="Vijay N" userId="60b8a08f-97b9-43f0-aac2-d3872fb35b26" providerId="ADAL" clId="{6DD3CCFC-8707-5824-B0C2-C322E0A505EA}" dt="2026-04-25T11:40:04.187" v="754" actId="2696"/>
      <pc:docMkLst>
        <pc:docMk/>
      </pc:docMkLst>
      <pc:sldChg chg="addSp delSp modSp mod">
        <pc:chgData name="Vijay N" userId="60b8a08f-97b9-43f0-aac2-d3872fb35b26" providerId="ADAL" clId="{6DD3CCFC-8707-5824-B0C2-C322E0A505EA}" dt="2026-04-25T11:39:43.983" v="753" actId="14100"/>
        <pc:sldMkLst>
          <pc:docMk/>
          <pc:sldMk cId="4145216690" sldId="259"/>
        </pc:sldMkLst>
        <pc:spChg chg="del mod">
          <ac:chgData name="Vijay N" userId="60b8a08f-97b9-43f0-aac2-d3872fb35b26" providerId="ADAL" clId="{6DD3CCFC-8707-5824-B0C2-C322E0A505EA}" dt="2026-04-25T11:20:53.335" v="736" actId="478"/>
          <ac:spMkLst>
            <pc:docMk/>
            <pc:sldMk cId="4145216690" sldId="259"/>
            <ac:spMk id="2" creationId="{E452138A-C018-89E4-30C2-94AFD2BE821C}"/>
          </ac:spMkLst>
        </pc:spChg>
        <pc:spChg chg="mod">
          <ac:chgData name="Vijay N" userId="60b8a08f-97b9-43f0-aac2-d3872fb35b26" providerId="ADAL" clId="{6DD3CCFC-8707-5824-B0C2-C322E0A505EA}" dt="2026-04-25T10:51:06.467" v="549" actId="14100"/>
          <ac:spMkLst>
            <pc:docMk/>
            <pc:sldMk cId="4145216690" sldId="259"/>
            <ac:spMk id="3" creationId="{6A0B9106-960E-221A-F2F5-E524C05F78D9}"/>
          </ac:spMkLst>
        </pc:spChg>
        <pc:spChg chg="del mod">
          <ac:chgData name="Vijay N" userId="60b8a08f-97b9-43f0-aac2-d3872fb35b26" providerId="ADAL" clId="{6DD3CCFC-8707-5824-B0C2-C322E0A505EA}" dt="2026-04-25T10:50:12.593" v="541"/>
          <ac:spMkLst>
            <pc:docMk/>
            <pc:sldMk cId="4145216690" sldId="259"/>
            <ac:spMk id="5" creationId="{BB4C467E-A690-A52C-BA29-C53AE8BFA0C0}"/>
          </ac:spMkLst>
        </pc:spChg>
        <pc:spChg chg="add del mod">
          <ac:chgData name="Vijay N" userId="60b8a08f-97b9-43f0-aac2-d3872fb35b26" providerId="ADAL" clId="{6DD3CCFC-8707-5824-B0C2-C322E0A505EA}" dt="2026-04-25T11:20:59.041" v="737" actId="478"/>
          <ac:spMkLst>
            <pc:docMk/>
            <pc:sldMk cId="4145216690" sldId="259"/>
            <ac:spMk id="11" creationId="{287DAC5E-90D1-6B80-5D85-19694914F493}"/>
          </ac:spMkLst>
        </pc:spChg>
        <pc:picChg chg="del">
          <ac:chgData name="Vijay N" userId="60b8a08f-97b9-43f0-aac2-d3872fb35b26" providerId="ADAL" clId="{6DD3CCFC-8707-5824-B0C2-C322E0A505EA}" dt="2026-04-25T10:50:28.957" v="542" actId="478"/>
          <ac:picMkLst>
            <pc:docMk/>
            <pc:sldMk cId="4145216690" sldId="259"/>
            <ac:picMk id="4" creationId="{00000000-0000-0000-0000-000000000000}"/>
          </ac:picMkLst>
        </pc:picChg>
        <pc:picChg chg="add del mod">
          <ac:chgData name="Vijay N" userId="60b8a08f-97b9-43f0-aac2-d3872fb35b26" providerId="ADAL" clId="{6DD3CCFC-8707-5824-B0C2-C322E0A505EA}" dt="2026-04-25T11:20:34.019" v="732" actId="478"/>
          <ac:picMkLst>
            <pc:docMk/>
            <pc:sldMk cId="4145216690" sldId="259"/>
            <ac:picMk id="7" creationId="{B9C4568B-26E1-B977-5EB8-FF847212D330}"/>
          </ac:picMkLst>
        </pc:picChg>
        <pc:picChg chg="add del mod">
          <ac:chgData name="Vijay N" userId="60b8a08f-97b9-43f0-aac2-d3872fb35b26" providerId="ADAL" clId="{6DD3CCFC-8707-5824-B0C2-C322E0A505EA}" dt="2026-04-25T11:39:29.361" v="747" actId="478"/>
          <ac:picMkLst>
            <pc:docMk/>
            <pc:sldMk cId="4145216690" sldId="259"/>
            <ac:picMk id="9" creationId="{D4AB4CB5-33E5-6726-366F-A5D1DADD9EF6}"/>
          </ac:picMkLst>
        </pc:picChg>
        <pc:picChg chg="add mod">
          <ac:chgData name="Vijay N" userId="60b8a08f-97b9-43f0-aac2-d3872fb35b26" providerId="ADAL" clId="{6DD3CCFC-8707-5824-B0C2-C322E0A505EA}" dt="2026-04-25T11:39:43.983" v="753" actId="14100"/>
          <ac:picMkLst>
            <pc:docMk/>
            <pc:sldMk cId="4145216690" sldId="259"/>
            <ac:picMk id="13" creationId="{B3D1F77D-2E97-39EB-FE13-D1A8493A4B10}"/>
          </ac:picMkLst>
        </pc:picChg>
      </pc:sldChg>
      <pc:sldChg chg="delSp modSp mod">
        <pc:chgData name="Vijay N" userId="60b8a08f-97b9-43f0-aac2-d3872fb35b26" providerId="ADAL" clId="{6DD3CCFC-8707-5824-B0C2-C322E0A505EA}" dt="2026-04-25T10:49:13.620" v="538" actId="20577"/>
        <pc:sldMkLst>
          <pc:docMk/>
          <pc:sldMk cId="29625285" sldId="2147309746"/>
        </pc:sldMkLst>
        <pc:spChg chg="del mod">
          <ac:chgData name="Vijay N" userId="60b8a08f-97b9-43f0-aac2-d3872fb35b26" providerId="ADAL" clId="{6DD3CCFC-8707-5824-B0C2-C322E0A505EA}" dt="2026-04-25T10:26:21.173" v="91" actId="478"/>
          <ac:spMkLst>
            <pc:docMk/>
            <pc:sldMk cId="29625285" sldId="2147309746"/>
            <ac:spMk id="6" creationId="{6AB0048F-1B5A-6567-9824-36E5FAE5EC7D}"/>
          </ac:spMkLst>
        </pc:spChg>
        <pc:spChg chg="mod">
          <ac:chgData name="Vijay N" userId="60b8a08f-97b9-43f0-aac2-d3872fb35b26" providerId="ADAL" clId="{6DD3CCFC-8707-5824-B0C2-C322E0A505EA}" dt="2026-04-25T10:45:04.869" v="479" actId="255"/>
          <ac:spMkLst>
            <pc:docMk/>
            <pc:sldMk cId="29625285" sldId="2147309746"/>
            <ac:spMk id="8" creationId="{EC12C7E3-8700-0761-6D88-982FB11AFF9A}"/>
          </ac:spMkLst>
        </pc:spChg>
        <pc:spChg chg="mod">
          <ac:chgData name="Vijay N" userId="60b8a08f-97b9-43f0-aac2-d3872fb35b26" providerId="ADAL" clId="{6DD3CCFC-8707-5824-B0C2-C322E0A505EA}" dt="2026-04-25T10:49:13.620" v="538" actId="20577"/>
          <ac:spMkLst>
            <pc:docMk/>
            <pc:sldMk cId="29625285" sldId="2147309746"/>
            <ac:spMk id="9" creationId="{2261FFC2-D1D7-EEE4-5BB5-D42E6D3FDF3B}"/>
          </ac:spMkLst>
        </pc:spChg>
        <pc:spChg chg="mod">
          <ac:chgData name="Vijay N" userId="60b8a08f-97b9-43f0-aac2-d3872fb35b26" providerId="ADAL" clId="{6DD3CCFC-8707-5824-B0C2-C322E0A505EA}" dt="2026-04-25T10:44:45.230" v="478" actId="113"/>
          <ac:spMkLst>
            <pc:docMk/>
            <pc:sldMk cId="29625285" sldId="2147309746"/>
            <ac:spMk id="10" creationId="{E06FAF0C-F4F0-C4B0-8F2C-E4B185FB919A}"/>
          </ac:spMkLst>
        </pc:spChg>
        <pc:spChg chg="mod">
          <ac:chgData name="Vijay N" userId="60b8a08f-97b9-43f0-aac2-d3872fb35b26" providerId="ADAL" clId="{6DD3CCFC-8707-5824-B0C2-C322E0A505EA}" dt="2026-04-25T10:45:09.211" v="480" actId="255"/>
          <ac:spMkLst>
            <pc:docMk/>
            <pc:sldMk cId="29625285" sldId="2147309746"/>
            <ac:spMk id="11" creationId="{42D9BF8A-826F-B2CA-6452-84C67A642710}"/>
          </ac:spMkLst>
        </pc:spChg>
      </pc:sldChg>
      <pc:sldChg chg="modSp mod">
        <pc:chgData name="Vijay N" userId="60b8a08f-97b9-43f0-aac2-d3872fb35b26" providerId="ADAL" clId="{6DD3CCFC-8707-5824-B0C2-C322E0A505EA}" dt="2026-04-25T11:15:28.717" v="729" actId="5793"/>
        <pc:sldMkLst>
          <pc:docMk/>
          <pc:sldMk cId="1581065395" sldId="2147309750"/>
        </pc:sldMkLst>
        <pc:spChg chg="mod">
          <ac:chgData name="Vijay N" userId="60b8a08f-97b9-43f0-aac2-d3872fb35b26" providerId="ADAL" clId="{6DD3CCFC-8707-5824-B0C2-C322E0A505EA}" dt="2026-04-25T11:15:28.717" v="729" actId="5793"/>
          <ac:spMkLst>
            <pc:docMk/>
            <pc:sldMk cId="1581065395" sldId="2147309750"/>
            <ac:spMk id="20" creationId="{E808D89E-372C-D3EB-12AE-666C2CCE6A76}"/>
          </ac:spMkLst>
        </pc:spChg>
      </pc:sldChg>
      <pc:sldChg chg="modSp mod">
        <pc:chgData name="Vijay N" userId="60b8a08f-97b9-43f0-aac2-d3872fb35b26" providerId="ADAL" clId="{6DD3CCFC-8707-5824-B0C2-C322E0A505EA}" dt="2026-04-25T11:06:49.144" v="581" actId="20577"/>
        <pc:sldMkLst>
          <pc:docMk/>
          <pc:sldMk cId="665898891" sldId="2147309754"/>
        </pc:sldMkLst>
        <pc:spChg chg="mod">
          <ac:chgData name="Vijay N" userId="60b8a08f-97b9-43f0-aac2-d3872fb35b26" providerId="ADAL" clId="{6DD3CCFC-8707-5824-B0C2-C322E0A505EA}" dt="2026-04-25T11:06:49.144" v="581" actId="20577"/>
          <ac:spMkLst>
            <pc:docMk/>
            <pc:sldMk cId="665898891" sldId="2147309754"/>
            <ac:spMk id="3" creationId="{DBA32789-807F-A810-57DB-355DE915039D}"/>
          </ac:spMkLst>
        </pc:spChg>
      </pc:sldChg>
      <pc:sldChg chg="addSp delSp modSp del mod">
        <pc:chgData name="Vijay N" userId="60b8a08f-97b9-43f0-aac2-d3872fb35b26" providerId="ADAL" clId="{6DD3CCFC-8707-5824-B0C2-C322E0A505EA}" dt="2026-04-25T11:40:04.187" v="754" actId="2696"/>
        <pc:sldMkLst>
          <pc:docMk/>
          <pc:sldMk cId="1197539605" sldId="2147309757"/>
        </pc:sldMkLst>
        <pc:spChg chg="add del mod">
          <ac:chgData name="Vijay N" userId="60b8a08f-97b9-43f0-aac2-d3872fb35b26" providerId="ADAL" clId="{6DD3CCFC-8707-5824-B0C2-C322E0A505EA}" dt="2026-04-25T11:20:27.919" v="731" actId="478"/>
          <ac:spMkLst>
            <pc:docMk/>
            <pc:sldMk cId="1197539605" sldId="2147309757"/>
            <ac:spMk id="3" creationId="{074E7A15-C255-49D3-F8BA-FCE81ACF17D7}"/>
          </ac:spMkLst>
        </pc:spChg>
        <pc:picChg chg="add del">
          <ac:chgData name="Vijay N" userId="60b8a08f-97b9-43f0-aac2-d3872fb35b26" providerId="ADAL" clId="{6DD3CCFC-8707-5824-B0C2-C322E0A505EA}" dt="2026-04-25T11:20:27.919" v="731" actId="478"/>
          <ac:picMkLst>
            <pc:docMk/>
            <pc:sldMk cId="1197539605" sldId="2147309757"/>
            <ac:picMk id="9" creationId="{E3858CB0-E407-431E-4306-EE9E8EDB584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54425A-3696-4DFB-B808-D2B88F3EB7C0}"/>
              </a:ext>
            </a:extLst>
          </p:cNvPr>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vl1pPr>
          </a:lstStyle>
          <a:p>
            <a:endParaRPr lang="en-US" dirty="0">
              <a:latin typeface="Oracle Sans Tab" panose="020B0503020204020204" pitchFamily="34" charset="0"/>
            </a:endParaRPr>
          </a:p>
        </p:txBody>
      </p:sp>
      <p:sp>
        <p:nvSpPr>
          <p:cNvPr id="3" name="Date Placeholder 2">
            <a:extLst>
              <a:ext uri="{FF2B5EF4-FFF2-40B4-BE49-F238E27FC236}">
                <a16:creationId xmlns:a16="http://schemas.microsoft.com/office/drawing/2014/main" id="{8F51457F-2D60-4187-92B7-C5BBED78E963}"/>
              </a:ext>
            </a:extLst>
          </p:cNvPr>
          <p:cNvSpPr>
            <a:spLocks noGrp="1"/>
          </p:cNvSpPr>
          <p:nvPr>
            <p:ph type="dt" sz="quarter" idx="1"/>
          </p:nvPr>
        </p:nvSpPr>
        <p:spPr>
          <a:xfrm>
            <a:off x="4143589" y="1"/>
            <a:ext cx="3169919" cy="619364"/>
          </a:xfrm>
          <a:prstGeom prst="rect">
            <a:avLst/>
          </a:prstGeom>
        </p:spPr>
        <p:txBody>
          <a:bodyPr vert="horz" lIns="112299" tIns="56150" rIns="112299" bIns="56150" rtlCol="0"/>
          <a:lstStyle>
            <a:lvl1pPr algn="r">
              <a:defRPr sz="1600"/>
            </a:lvl1pPr>
          </a:lstStyle>
          <a:p>
            <a:fld id="{320DD655-51D6-466D-8D72-5C78765FC630}" type="datetimeFigureOut">
              <a:rPr lang="en-US" smtClean="0">
                <a:latin typeface="Oracle Sans Tab" panose="020B0503020204020204" pitchFamily="34" charset="0"/>
              </a:rPr>
              <a:t>4/24/26</a:t>
            </a:fld>
            <a:endParaRPr lang="en-US" dirty="0">
              <a:latin typeface="Oracle Sans Tab" panose="020B0503020204020204" pitchFamily="34" charset="0"/>
            </a:endParaRPr>
          </a:p>
        </p:txBody>
      </p:sp>
      <p:sp>
        <p:nvSpPr>
          <p:cNvPr id="4" name="Footer Placeholder 3">
            <a:extLst>
              <a:ext uri="{FF2B5EF4-FFF2-40B4-BE49-F238E27FC236}">
                <a16:creationId xmlns:a16="http://schemas.microsoft.com/office/drawing/2014/main" id="{53FA8CCD-D5C0-4680-BEFC-52889AACDB6E}"/>
              </a:ext>
            </a:extLst>
          </p:cNvPr>
          <p:cNvSpPr>
            <a:spLocks noGrp="1"/>
          </p:cNvSpPr>
          <p:nvPr>
            <p:ph type="ftr" sz="quarter" idx="2"/>
          </p:nvPr>
        </p:nvSpPr>
        <p:spPr>
          <a:xfrm>
            <a:off x="2" y="11725038"/>
            <a:ext cx="3169919" cy="619362"/>
          </a:xfrm>
          <a:prstGeom prst="rect">
            <a:avLst/>
          </a:prstGeom>
        </p:spPr>
        <p:txBody>
          <a:bodyPr vert="horz" lIns="112299" tIns="56150" rIns="112299" bIns="56150" rtlCol="0" anchor="b"/>
          <a:lstStyle>
            <a:lvl1pPr algn="l">
              <a:defRPr sz="1600"/>
            </a:lvl1pPr>
          </a:lstStyle>
          <a:p>
            <a:endParaRPr lang="en-US" dirty="0">
              <a:latin typeface="Oracle Sans Tab" panose="020B0503020204020204" pitchFamily="34" charset="0"/>
            </a:endParaRPr>
          </a:p>
        </p:txBody>
      </p:sp>
      <p:sp>
        <p:nvSpPr>
          <p:cNvPr id="5" name="Slide Number Placeholder 4">
            <a:extLst>
              <a:ext uri="{FF2B5EF4-FFF2-40B4-BE49-F238E27FC236}">
                <a16:creationId xmlns:a16="http://schemas.microsoft.com/office/drawing/2014/main" id="{3E50B35B-8976-44A2-B80D-FC8BD07A167F}"/>
              </a:ext>
            </a:extLst>
          </p:cNvPr>
          <p:cNvSpPr>
            <a:spLocks noGrp="1"/>
          </p:cNvSpPr>
          <p:nvPr>
            <p:ph type="sldNum" sz="quarter" idx="3"/>
          </p:nvPr>
        </p:nvSpPr>
        <p:spPr>
          <a:xfrm>
            <a:off x="4143589" y="11725038"/>
            <a:ext cx="3169919" cy="619362"/>
          </a:xfrm>
          <a:prstGeom prst="rect">
            <a:avLst/>
          </a:prstGeom>
        </p:spPr>
        <p:txBody>
          <a:bodyPr vert="horz" lIns="112299" tIns="56150" rIns="112299" bIns="56150" rtlCol="0" anchor="b"/>
          <a:lstStyle>
            <a:lvl1pPr algn="r">
              <a:defRPr sz="1600"/>
            </a:lvl1pPr>
          </a:lstStyle>
          <a:p>
            <a:fld id="{9D34DC6F-9D14-4548-8221-51EE6F5B6657}" type="slidenum">
              <a:rPr lang="en-US" smtClean="0">
                <a:latin typeface="Oracle Sans Tab" panose="020B0503020204020204" pitchFamily="34" charset="0"/>
              </a:rPr>
              <a:t>‹#›</a:t>
            </a:fld>
            <a:endParaRPr lang="en-US" dirty="0">
              <a:latin typeface="Oracle Sans Tab" panose="020B0503020204020204" pitchFamily="34" charset="0"/>
            </a:endParaRPr>
          </a:p>
        </p:txBody>
      </p:sp>
    </p:spTree>
    <p:extLst>
      <p:ext uri="{BB962C8B-B14F-4D97-AF65-F5344CB8AC3E}">
        <p14:creationId xmlns:p14="http://schemas.microsoft.com/office/powerpoint/2010/main" val="1260127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atin typeface="Oracle Sans Tab" panose="020B0503020204020204" pitchFamily="34" charset="0"/>
              </a:defRPr>
            </a:lvl1pPr>
          </a:lstStyle>
          <a:p>
            <a:endParaRPr lang="en-US" dirty="0"/>
          </a:p>
        </p:txBody>
      </p:sp>
      <p:sp>
        <p:nvSpPr>
          <p:cNvPr id="3" name="Date Placeholder 2"/>
          <p:cNvSpPr>
            <a:spLocks noGrp="1"/>
          </p:cNvSpPr>
          <p:nvPr>
            <p:ph type="dt" idx="1"/>
          </p:nvPr>
        </p:nvSpPr>
        <p:spPr>
          <a:xfrm>
            <a:off x="4143589" y="1"/>
            <a:ext cx="3169919" cy="619364"/>
          </a:xfrm>
          <a:prstGeom prst="rect">
            <a:avLst/>
          </a:prstGeom>
        </p:spPr>
        <p:txBody>
          <a:bodyPr vert="horz" lIns="112299" tIns="56150" rIns="112299" bIns="56150" rtlCol="0"/>
          <a:lstStyle>
            <a:lvl1pPr algn="r">
              <a:defRPr sz="1600">
                <a:latin typeface="Oracle Sans Tab" panose="020B0503020204020204" pitchFamily="34" charset="0"/>
              </a:defRPr>
            </a:lvl1pPr>
          </a:lstStyle>
          <a:p>
            <a:fld id="{4F9C25BA-F9B0-4418-8CA0-3A9DF1256BA5}" type="datetimeFigureOut">
              <a:rPr lang="en-US" smtClean="0"/>
              <a:pPr/>
              <a:t>4/24/26</a:t>
            </a:fld>
            <a:endParaRPr lang="en-US" dirty="0"/>
          </a:p>
        </p:txBody>
      </p:sp>
      <p:sp>
        <p:nvSpPr>
          <p:cNvPr id="4" name="Slide Image Placeholder 3"/>
          <p:cNvSpPr>
            <a:spLocks noGrp="1" noRot="1" noChangeAspect="1"/>
          </p:cNvSpPr>
          <p:nvPr>
            <p:ph type="sldImg" idx="2"/>
          </p:nvPr>
        </p:nvSpPr>
        <p:spPr>
          <a:xfrm>
            <a:off x="-44450" y="1543050"/>
            <a:ext cx="7404100" cy="4165600"/>
          </a:xfrm>
          <a:prstGeom prst="rect">
            <a:avLst/>
          </a:prstGeom>
          <a:noFill/>
          <a:ln w="12700">
            <a:solidFill>
              <a:prstClr val="black"/>
            </a:solidFill>
          </a:ln>
        </p:spPr>
        <p:txBody>
          <a:bodyPr vert="horz" lIns="112299" tIns="56150" rIns="112299" bIns="56150" rtlCol="0" anchor="ctr"/>
          <a:lstStyle/>
          <a:p>
            <a:endParaRPr lang="en-US" dirty="0"/>
          </a:p>
        </p:txBody>
      </p:sp>
      <p:sp>
        <p:nvSpPr>
          <p:cNvPr id="5" name="Notes Placeholder 4"/>
          <p:cNvSpPr>
            <a:spLocks noGrp="1"/>
          </p:cNvSpPr>
          <p:nvPr>
            <p:ph type="body" sz="quarter" idx="3"/>
          </p:nvPr>
        </p:nvSpPr>
        <p:spPr>
          <a:xfrm>
            <a:off x="731520" y="5940742"/>
            <a:ext cx="5852160" cy="4860608"/>
          </a:xfrm>
          <a:prstGeom prst="rect">
            <a:avLst/>
          </a:prstGeom>
          <a:noFill/>
        </p:spPr>
        <p:txBody>
          <a:bodyPr vert="horz" lIns="0" tIns="0" rIns="0" bIns="0" rtlCol="0">
            <a:noAutofit/>
          </a:bodyPr>
          <a:lstStyle/>
          <a:p>
            <a:pPr marR="0" lvl="0" indent="0" fontAlgn="auto">
              <a:lnSpc>
                <a:spcPct val="95000"/>
              </a:lnSpc>
              <a:spcBef>
                <a:spcPts val="736"/>
              </a:spcBef>
              <a:spcAft>
                <a:spcPts val="0"/>
              </a:spcAft>
              <a:buClrTx/>
              <a:buSzTx/>
              <a:buFont typeface="System Font Regular"/>
              <a:buNone/>
              <a:tabLst/>
            </a:pPr>
            <a:r>
              <a:rPr lang="en-US" dirty="0"/>
              <a:t>Edit Master text styles</a:t>
            </a:r>
          </a:p>
          <a:p>
            <a:pPr marL="449199" marR="0" lvl="1" indent="-224599" fontAlgn="auto">
              <a:lnSpc>
                <a:spcPct val="95000"/>
              </a:lnSpc>
              <a:spcBef>
                <a:spcPts val="736"/>
              </a:spcBef>
              <a:spcAft>
                <a:spcPts val="0"/>
              </a:spcAft>
              <a:buClrTx/>
              <a:buSzPct val="100000"/>
              <a:buFont typeface="Arial" panose="020B0604020202020204" pitchFamily="34" charset="0"/>
              <a:buChar char="•"/>
              <a:tabLst/>
            </a:pPr>
            <a:r>
              <a:rPr lang="en-US" dirty="0"/>
              <a:t>Second level</a:t>
            </a:r>
          </a:p>
          <a:p>
            <a:pPr marL="898397" marR="0" lvl="2" indent="-224599" fontAlgn="auto">
              <a:lnSpc>
                <a:spcPct val="95000"/>
              </a:lnSpc>
              <a:spcBef>
                <a:spcPts val="491"/>
              </a:spcBef>
              <a:spcAft>
                <a:spcPts val="0"/>
              </a:spcAft>
              <a:buClrTx/>
              <a:buSzPct val="120000"/>
              <a:buFont typeface="System Font Regular"/>
              <a:buChar char="-"/>
              <a:tabLst/>
            </a:pPr>
            <a:r>
              <a:rPr lang="en-US" dirty="0"/>
              <a:t>Third level</a:t>
            </a:r>
          </a:p>
          <a:p>
            <a:pPr marL="1347596" marR="0" lvl="3" indent="-224599" fontAlgn="auto">
              <a:lnSpc>
                <a:spcPct val="95000"/>
              </a:lnSpc>
              <a:spcBef>
                <a:spcPts val="491"/>
              </a:spcBef>
              <a:spcAft>
                <a:spcPts val="0"/>
              </a:spcAft>
              <a:buClrTx/>
              <a:buSzPct val="100000"/>
              <a:buFont typeface="System Font Regular"/>
              <a:buChar char="◦"/>
              <a:tabLst/>
            </a:pPr>
            <a:r>
              <a:rPr lang="en-US" dirty="0"/>
              <a:t>Fourth level</a:t>
            </a:r>
          </a:p>
          <a:p>
            <a:pPr marL="1796796" marR="0" lvl="4" indent="-224599" fontAlgn="auto">
              <a:lnSpc>
                <a:spcPct val="95000"/>
              </a:lnSpc>
              <a:spcBef>
                <a:spcPts val="491"/>
              </a:spcBef>
              <a:spcAft>
                <a:spcPts val="0"/>
              </a:spcAft>
              <a:buClrTx/>
              <a:buSzTx/>
              <a:buFont typeface="System Font Regular"/>
              <a:buChar char="•"/>
              <a:tabLst/>
            </a:pPr>
            <a:r>
              <a:rPr lang="en-US" dirty="0"/>
              <a:t>Fifth level</a:t>
            </a:r>
          </a:p>
        </p:txBody>
      </p:sp>
      <p:sp>
        <p:nvSpPr>
          <p:cNvPr id="7" name="Slide Number Placeholder 6"/>
          <p:cNvSpPr>
            <a:spLocks noGrp="1"/>
          </p:cNvSpPr>
          <p:nvPr>
            <p:ph type="sldNum" sz="quarter" idx="5"/>
          </p:nvPr>
        </p:nvSpPr>
        <p:spPr>
          <a:xfrm>
            <a:off x="4143589" y="11725038"/>
            <a:ext cx="3169919" cy="619362"/>
          </a:xfrm>
          <a:prstGeom prst="rect">
            <a:avLst/>
          </a:prstGeom>
        </p:spPr>
        <p:txBody>
          <a:bodyPr vert="horz" lIns="112299" tIns="56150" rIns="112299" bIns="56150" rtlCol="0" anchor="b"/>
          <a:lstStyle>
            <a:lvl1pPr algn="r">
              <a:defRPr sz="1600">
                <a:latin typeface="Oracle Sans Tab" panose="020B0503020204020204" pitchFamily="34" charset="0"/>
              </a:defRPr>
            </a:lvl1pPr>
          </a:lstStyle>
          <a:p>
            <a:fld id="{9EDC5964-3162-43B5-B1EC-63C8D166D7D3}" type="slidenum">
              <a:rPr lang="en-US" smtClean="0"/>
              <a:pPr/>
              <a:t>‹#›</a:t>
            </a:fld>
            <a:endParaRPr lang="en-US" dirty="0"/>
          </a:p>
        </p:txBody>
      </p:sp>
      <p:sp>
        <p:nvSpPr>
          <p:cNvPr id="6" name="Footer Placeholder 5"/>
          <p:cNvSpPr>
            <a:spLocks noGrp="1"/>
          </p:cNvSpPr>
          <p:nvPr>
            <p:ph type="ftr" sz="quarter" idx="4"/>
          </p:nvPr>
        </p:nvSpPr>
        <p:spPr>
          <a:xfrm>
            <a:off x="2" y="11725038"/>
            <a:ext cx="3169919" cy="619362"/>
          </a:xfrm>
          <a:prstGeom prst="rect">
            <a:avLst/>
          </a:prstGeom>
        </p:spPr>
        <p:txBody>
          <a:bodyPr vert="horz" lIns="112299" tIns="56150" rIns="112299" bIns="56150" rtlCol="0" anchor="b"/>
          <a:lstStyle>
            <a:lvl1pPr algn="l">
              <a:defRPr sz="1600">
                <a:latin typeface="Oracle Sans Tab" panose="020B0503020204020204" pitchFamily="34" charset="0"/>
              </a:defRPr>
            </a:lvl1pPr>
          </a:lstStyle>
          <a:p>
            <a:endParaRPr lang="en-US" dirty="0"/>
          </a:p>
        </p:txBody>
      </p:sp>
    </p:spTree>
    <p:extLst>
      <p:ext uri="{BB962C8B-B14F-4D97-AF65-F5344CB8AC3E}">
        <p14:creationId xmlns:p14="http://schemas.microsoft.com/office/powerpoint/2010/main" val="684971693"/>
      </p:ext>
    </p:extLst>
  </p:cSld>
  <p:clrMap bg1="lt1" tx1="dk1" bg2="lt2" tx2="dk2" accent1="accent1" accent2="accent2" accent3="accent3" accent4="accent4" accent5="accent5" accent6="accent6" hlink="hlink" folHlink="folHlink"/>
  <p:notesStyle>
    <a:lvl1pPr marL="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1pPr>
    <a:lvl2pPr marL="45720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2pPr>
    <a:lvl3pPr marL="914400" algn="l" defTabSz="914400" rtl="0" eaLnBrk="1" latinLnBrk="0" hangingPunct="1">
      <a:defRPr lang="en-US" sz="1100" kern="1200">
        <a:solidFill>
          <a:schemeClr val="tx1"/>
        </a:solidFill>
        <a:latin typeface="Oracle Sans Tab Light" panose="020B0403020204020204" pitchFamily="34" charset="0"/>
        <a:ea typeface="+mn-ea"/>
        <a:cs typeface="Oracle Sans Tab Light" panose="020B0403020204020204" pitchFamily="34" charset="0"/>
      </a:defRPr>
    </a:lvl3pPr>
    <a:lvl4pPr marL="1371600" algn="l" defTabSz="914400" rtl="0" eaLnBrk="1" latinLnBrk="0" hangingPunct="1">
      <a:defRPr lang="en-US" sz="1050" kern="1200">
        <a:solidFill>
          <a:schemeClr val="tx1"/>
        </a:solidFill>
        <a:latin typeface="Oracle Sans Tab Light" panose="020B0403020204020204" pitchFamily="34" charset="0"/>
        <a:ea typeface="+mn-ea"/>
        <a:cs typeface="Oracle Sans Tab Light" panose="020B0403020204020204" pitchFamily="34" charset="0"/>
      </a:defRPr>
    </a:lvl4pPr>
    <a:lvl5pPr marL="1828800" algn="l" defTabSz="914400" rtl="0" eaLnBrk="1" latinLnBrk="0" hangingPunct="1">
      <a:defRPr lang="en-US" sz="1000" kern="1200">
        <a:solidFill>
          <a:schemeClr val="tx1"/>
        </a:solidFill>
        <a:latin typeface="Oracle Sans Tab Light" panose="020B0403020204020204" pitchFamily="34" charset="0"/>
        <a:ea typeface="+mn-ea"/>
        <a:cs typeface="Oracle Sans Tab Light" panose="020B0403020204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real software delivery, the effort is not only in writing code.</a:t>
            </a:r>
          </a:p>
          <a:p>
            <a:r>
              <a:rPr lang="en-US" dirty="0"/>
              <a:t>Teams first need to understand the requirement, identify impacted</a:t>
            </a:r>
          </a:p>
          <a:p>
            <a:r>
              <a:rPr lang="en-US" dirty="0"/>
              <a:t>files, think about testing, think about accessibility, and then</a:t>
            </a:r>
          </a:p>
          <a:p>
            <a:r>
              <a:rPr lang="en-US" dirty="0"/>
              <a:t>carefully review the result before accepting it. These are essential</a:t>
            </a:r>
          </a:p>
          <a:p>
            <a:r>
              <a:rPr lang="en-US" dirty="0"/>
              <a:t>activities, but they can take a lot of time and attention, especially in</a:t>
            </a:r>
          </a:p>
          <a:p>
            <a:r>
              <a:rPr lang="en-US" dirty="0"/>
              <a:t>larger repositories.</a:t>
            </a:r>
          </a:p>
          <a:p>
            <a:r>
              <a:rPr lang="en-US" dirty="0"/>
              <a:t>So the problem we are solving is this: how do we help teams move</a:t>
            </a:r>
          </a:p>
          <a:p>
            <a:r>
              <a:rPr lang="en-US" dirty="0"/>
              <a:t>faster from requirement to implementation, while still keeping the</a:t>
            </a:r>
          </a:p>
          <a:p>
            <a:r>
              <a:rPr lang="en-US" dirty="0"/>
              <a:t>process explainable, reviewable, and human controlled?</a:t>
            </a:r>
          </a:p>
        </p:txBody>
      </p:sp>
      <p:sp>
        <p:nvSpPr>
          <p:cNvPr id="4" name="Slide Number Placeholder 3"/>
          <p:cNvSpPr>
            <a:spLocks noGrp="1"/>
          </p:cNvSpPr>
          <p:nvPr>
            <p:ph type="sldNum" sz="quarter" idx="5"/>
          </p:nvPr>
        </p:nvSpPr>
        <p:spPr/>
        <p:txBody>
          <a:bodyPr/>
          <a:lstStyle/>
          <a:p>
            <a:fld id="{9EDC5964-3162-43B5-B1EC-63C8D166D7D3}" type="slidenum">
              <a:rPr lang="en-US" smtClean="0"/>
              <a:pPr/>
              <a:t>2</a:t>
            </a:fld>
            <a:endParaRPr lang="en-US" dirty="0"/>
          </a:p>
        </p:txBody>
      </p:sp>
    </p:spTree>
    <p:extLst>
      <p:ext uri="{BB962C8B-B14F-4D97-AF65-F5344CB8AC3E}">
        <p14:creationId xmlns:p14="http://schemas.microsoft.com/office/powerpoint/2010/main" val="1172924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ODT plans and governs the work, OCI can optionally generate stage prompts, OCA executes the implementation path, and the human remains the approval gate.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appendix slide only if judges ask for technical depth. It shows the governed sequence clearly: ODT intake and impact analysis, hybrid OCI or fallback prompting, code and unit-test guidance with Oracle accessibility expectations, a human review checkpoint before delegation, governed OCA execution, and final human approval before delivery.</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370300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jpg"/><Relationship Id="rId1" Type="http://schemas.openxmlformats.org/officeDocument/2006/relationships/slideMaster" Target="../slideMasters/slideMaster1.xml"/><Relationship Id="rId5" Type="http://schemas.openxmlformats.org/officeDocument/2006/relationships/image" Target="../media/image22.png"/><Relationship Id="rId4" Type="http://schemas.openxmlformats.org/officeDocument/2006/relationships/image" Target="../media/image21.pn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Light - Titl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C96C0F11-AAE4-4147-BF68-F2C0EE13073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60484" y="20917"/>
            <a:ext cx="4331516" cy="2542941"/>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E562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5595"/>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3188"/>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26349A69-90E3-45DB-BC86-3B7FB26B13E2}"/>
              </a:ext>
            </a:extLst>
          </p:cNvPr>
          <p:cNvSpPr/>
          <p:nvPr userDrawn="1"/>
        </p:nvSpPr>
        <p:spPr>
          <a:xfrm>
            <a:off x="0" y="0"/>
            <a:ext cx="190482" cy="6857365"/>
          </a:xfrm>
          <a:prstGeom prst="rect">
            <a:avLst/>
          </a:prstGeom>
          <a:blipFill>
            <a:blip r:embed="rId5"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3116399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ght - Title 1 Column">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14698CB0-77BC-6148-8112-EFC83C0F580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771525" y="1600200"/>
            <a:ext cx="10677525" cy="4507992"/>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a:extLst>
              <a:ext uri="{FF2B5EF4-FFF2-40B4-BE49-F238E27FC236}">
                <a16:creationId xmlns:a16="http://schemas.microsoft.com/office/drawing/2014/main" id="{35CB6F3B-CCE4-4193-8EAA-C4A6D27C7DAD}"/>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a:t>Copyright © 2021, Oracle and/or its affiliates  |  Confidential: Internal</a:t>
            </a:r>
            <a:endParaRPr lang="en-US" dirty="0"/>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57756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Light - Title 1 Colum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50A73E4-FDAD-4BCF-9E19-6D2C0FB66C3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763" y="17147"/>
            <a:ext cx="12186473" cy="6857999"/>
          </a:xfrm>
          <a:prstGeom prst="rect">
            <a:avLst/>
          </a:prstGeom>
        </p:spPr>
      </p:pic>
      <p:pic>
        <p:nvPicPr>
          <p:cNvPr id="8" name="Cloud">
            <a:extLst>
              <a:ext uri="{FF2B5EF4-FFF2-40B4-BE49-F238E27FC236}">
                <a16:creationId xmlns:a16="http://schemas.microsoft.com/office/drawing/2014/main" id="{14698CB0-77BC-6148-8112-EFC83C0F580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771525" y="1600200"/>
            <a:ext cx="10677525" cy="4507992"/>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a:extLst>
              <a:ext uri="{FF2B5EF4-FFF2-40B4-BE49-F238E27FC236}">
                <a16:creationId xmlns:a16="http://schemas.microsoft.com/office/drawing/2014/main" id="{35CB6F3B-CCE4-4193-8EAA-C4A6D27C7DAD}"/>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a:t>Copyright © 2021, Oracle and/or its affiliates  |  Confidential: Internal</a:t>
            </a:r>
            <a:endParaRPr lang="en-US" dirty="0"/>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356410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 Title 1 Column">
    <p:bg>
      <p:bgRef idx="1001">
        <a:schemeClr val="bg1"/>
      </p:bgRef>
    </p:bg>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6D6FFA39-C5A8-964A-B2FE-D6F8EB7EB96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Content Placeholder 3">
            <a:extLst>
              <a:ext uri="{FF2B5EF4-FFF2-40B4-BE49-F238E27FC236}">
                <a16:creationId xmlns:a16="http://schemas.microsoft.com/office/drawing/2014/main" id="{48DE7315-8D61-4C6A-B9C0-F07567A04CC5}"/>
              </a:ext>
            </a:extLst>
          </p:cNvPr>
          <p:cNvSpPr>
            <a:spLocks noGrp="1"/>
          </p:cNvSpPr>
          <p:nvPr>
            <p:ph sz="quarter" idx="13"/>
          </p:nvPr>
        </p:nvSpPr>
        <p:spPr>
          <a:xfrm>
            <a:off x="771525" y="1600200"/>
            <a:ext cx="10671175"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B97CAD67-FAD1-46CA-BDA2-0A014164791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B13D7001-FB5A-4601-97ED-F7B118AEEF1B}"/>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9A8561F1-3666-4956-BFDC-75350F74460E}"/>
              </a:ext>
            </a:extLst>
          </p:cNvPr>
          <p:cNvSpPr>
            <a:spLocks noGrp="1"/>
          </p:cNvSpPr>
          <p:nvPr>
            <p:ph type="ftr" sz="quarter" idx="15"/>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2D11022C-732A-4A28-8D73-4FE28C0CA3B0}"/>
              </a:ext>
            </a:extLst>
          </p:cNvPr>
          <p:cNvSpPr>
            <a:spLocks noGrp="1"/>
          </p:cNvSpPr>
          <p:nvPr>
            <p:ph type="sldNum" sz="quarter" idx="16"/>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8904221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ark - Title">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53E58D20-1E4E-43E2-88A3-52402E9A1B1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7862753" y="25409"/>
            <a:ext cx="4326976" cy="2552429"/>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759C6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3F245C91-10B8-42A5-9343-B8007DFEA4E7}"/>
              </a:ext>
            </a:extLst>
          </p:cNvPr>
          <p:cNvSpPr/>
          <p:nvPr userDrawn="1"/>
        </p:nvSpPr>
        <p:spPr>
          <a:xfrm>
            <a:off x="0" y="0"/>
            <a:ext cx="190482" cy="6857365"/>
          </a:xfrm>
          <a:prstGeom prst="rect">
            <a:avLst/>
          </a:prstGeom>
          <a:blipFill>
            <a:blip r:embed="rId5"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10917301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ght - Title/Subtitle 1 Column">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C4B9D6C0-2524-2D47-8A0E-258A2FB7DE5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709"/>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201"/>
            <a:ext cx="10671175" cy="45069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109948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Light - Title/Subtitle 1 Colum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2949CA5-2485-4141-9906-B0461B413E6E}"/>
              </a:ext>
            </a:extLst>
          </p:cNvPr>
          <p:cNvPicPr>
            <a:picLocks noChangeAspect="1"/>
          </p:cNvPicPr>
          <p:nvPr userDrawn="1"/>
        </p:nvPicPr>
        <p:blipFill>
          <a:blip r:embed="rId2">
            <a:alphaModFix amt="24000"/>
            <a:extLst>
              <a:ext uri="{28A0092B-C50C-407E-A947-70E740481C1C}">
                <a14:useLocalDpi xmlns:a14="http://schemas.microsoft.com/office/drawing/2010/main" val="0"/>
              </a:ext>
            </a:extLst>
          </a:blip>
          <a:srcRect/>
          <a:stretch/>
        </p:blipFill>
        <p:spPr>
          <a:xfrm>
            <a:off x="0" y="11575"/>
            <a:ext cx="12192000" cy="6842007"/>
          </a:xfrm>
          <a:prstGeom prst="rect">
            <a:avLst/>
          </a:prstGeom>
        </p:spPr>
      </p:pic>
      <p:pic>
        <p:nvPicPr>
          <p:cNvPr id="11" name="Picture 10">
            <a:extLst>
              <a:ext uri="{FF2B5EF4-FFF2-40B4-BE49-F238E27FC236}">
                <a16:creationId xmlns:a16="http://schemas.microsoft.com/office/drawing/2014/main" id="{599AFC00-69CF-44CA-94C0-E5DCFD1265E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84342" t="27131"/>
          <a:stretch/>
        </p:blipFill>
        <p:spPr>
          <a:xfrm>
            <a:off x="10281037" y="1860604"/>
            <a:ext cx="1908199" cy="4997395"/>
          </a:xfrm>
          <a:prstGeom prst="rect">
            <a:avLst/>
          </a:prstGeom>
        </p:spPr>
      </p:pic>
      <p:pic>
        <p:nvPicPr>
          <p:cNvPr id="9" name="Cloud">
            <a:extLst>
              <a:ext uri="{FF2B5EF4-FFF2-40B4-BE49-F238E27FC236}">
                <a16:creationId xmlns:a16="http://schemas.microsoft.com/office/drawing/2014/main" id="{C4B9D6C0-2524-2D47-8A0E-258A2FB7DE5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709"/>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201"/>
            <a:ext cx="10671175" cy="45069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458135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Light - Title/Subtitle 1 Column">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C4B9D6C0-2524-2D47-8A0E-258A2FB7DE5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709"/>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201"/>
            <a:ext cx="10671175" cy="45069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dirty="0"/>
          </a:p>
        </p:txBody>
      </p:sp>
      <p:pic>
        <p:nvPicPr>
          <p:cNvPr id="11" name="Picture 10">
            <a:extLst>
              <a:ext uri="{FF2B5EF4-FFF2-40B4-BE49-F238E27FC236}">
                <a16:creationId xmlns:a16="http://schemas.microsoft.com/office/drawing/2014/main" id="{EF9A3F19-D066-6F35-446B-366C209816A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304014"/>
            <a:ext cx="12192000" cy="17716500"/>
          </a:xfrm>
          <a:prstGeom prst="rect">
            <a:avLst/>
          </a:prstGeom>
        </p:spPr>
      </p:pic>
    </p:spTree>
    <p:extLst>
      <p:ext uri="{BB962C8B-B14F-4D97-AF65-F5344CB8AC3E}">
        <p14:creationId xmlns:p14="http://schemas.microsoft.com/office/powerpoint/2010/main" val="894673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Ref idx="1001">
        <a:schemeClr val="bg1"/>
      </p:bgRef>
    </p:bg>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1AB5E956-2EDB-D344-BA59-AB352F62DC2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834912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ght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5B8024F8-E03D-9641-AA75-22D1B5C8482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OTag">
            <a:extLst>
              <a:ext uri="{FF2B5EF4-FFF2-40B4-BE49-F238E27FC236}">
                <a16:creationId xmlns:a16="http://schemas.microsoft.com/office/drawing/2014/main" id="{DDE8776E-BE08-D148-AA47-8308E0EAE40F}"/>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3959A2DB-C5C1-4EE1-AACB-216D980708B8}"/>
              </a:ext>
            </a:extLst>
          </p:cNvPr>
          <p:cNvSpPr>
            <a:spLocks noGrp="1"/>
          </p:cNvSpPr>
          <p:nvPr>
            <p:ph type="dt" sz="half" idx="16"/>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66DC0504-19F8-4069-8B02-83766B3CAF7F}"/>
              </a:ext>
            </a:extLst>
          </p:cNvPr>
          <p:cNvSpPr>
            <a:spLocks noGrp="1"/>
          </p:cNvSpPr>
          <p:nvPr>
            <p:ph type="ftr" sz="quarter" idx="17"/>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064D6D2F-6BC7-48B4-B7A5-AD19749245D6}"/>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532734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ark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4937DF73-DD65-ED42-A070-3D57E267CD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A5D91B51-6B36-47A4-903E-93C057BB06EB}"/>
              </a:ext>
            </a:extLst>
          </p:cNvPr>
          <p:cNvSpPr>
            <a:spLocks noGrp="1"/>
          </p:cNvSpPr>
          <p:nvPr>
            <p:ph type="dt" sz="half" idx="16"/>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17D7F1A-871E-41E8-ADDC-EC649B1827F4}"/>
              </a:ext>
            </a:extLst>
          </p:cNvPr>
          <p:cNvSpPr>
            <a:spLocks noGrp="1"/>
          </p:cNvSpPr>
          <p:nvPr>
            <p:ph type="ftr" sz="quarter" idx="17"/>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1835DE06-0B0B-4818-81DB-FDBB019FF7BA}"/>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538848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ight - Title/Subtitle 2 Column">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F24DF316-2FA6-AE44-AB7A-9E7E86E0BE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8297"/>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8521" y="160829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297"/>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B65FA2D-6C94-456B-8DE9-80C7A3BE2C17}"/>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DCD06EC0-4AE6-4D7C-87DE-D393DC47ED94}"/>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594DB29-C2B8-4F61-8419-EEE3D1E837A1}"/>
              </a:ext>
            </a:extLst>
          </p:cNvPr>
          <p:cNvSpPr>
            <a:spLocks noGrp="1"/>
          </p:cNvSpPr>
          <p:nvPr>
            <p:ph type="ftr" sz="quarter" idx="17"/>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4C4C4FB3-367C-49DA-9BEF-99BD8CD346F0}"/>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668598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rk - Title/Subtitle 2 Column">
    <p:bg>
      <p:bgRef idx="1001">
        <a:schemeClr val="bg1"/>
      </p:bgRef>
    </p:bg>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28C366F9-78A6-F740-87C8-B4D59AEB61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8521" y="160858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9724"/>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C3662519-4941-4045-9F0E-DBC7AD6CC29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9E807CE-245D-4F0E-ACCB-E3FE7584A0AE}"/>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D5C87038-F332-48C5-BA1A-25E935076236}"/>
              </a:ext>
            </a:extLst>
          </p:cNvPr>
          <p:cNvSpPr>
            <a:spLocks noGrp="1"/>
          </p:cNvSpPr>
          <p:nvPr>
            <p:ph type="ftr" sz="quarter" idx="17"/>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40BF160E-FC2C-48A7-921B-3472529A1B06}"/>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0185914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ight - Title 3 Column">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CA75903-C10D-E747-B877-6804D65E8A3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42634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7951511" y="160972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D2FFF47-983C-4CE2-9048-1317EB4F32CB}"/>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6D56EEFB-7FCA-4C8C-BD9A-59CFF6BBA9AB}"/>
              </a:ext>
            </a:extLst>
          </p:cNvPr>
          <p:cNvSpPr>
            <a:spLocks noGrp="1"/>
          </p:cNvSpPr>
          <p:nvPr>
            <p:ph type="dt" sz="half" idx="1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DA095ECF-3404-41BC-B49D-2616D73127C4}"/>
              </a:ext>
            </a:extLst>
          </p:cNvPr>
          <p:cNvSpPr>
            <a:spLocks noGrp="1"/>
          </p:cNvSpPr>
          <p:nvPr>
            <p:ph type="ftr" sz="quarter" idx="18"/>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54F9C599-3545-4260-BC77-88BD7619A101}"/>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7106067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rk - Title 3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DCCF0BD7-85D3-194F-9793-E38DD2B8F75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4263415" y="161033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7951511" y="161033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150D675-D1C2-4EC5-AC43-361941EAF0B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933D1004-DEA1-4BAF-97C2-F49A471F4E4F}"/>
              </a:ext>
            </a:extLst>
          </p:cNvPr>
          <p:cNvSpPr>
            <a:spLocks noGrp="1"/>
          </p:cNvSpPr>
          <p:nvPr>
            <p:ph type="dt" sz="half" idx="17"/>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8C7C943-7B6D-4881-926B-CD58E0F2AC11}"/>
              </a:ext>
            </a:extLst>
          </p:cNvPr>
          <p:cNvSpPr>
            <a:spLocks noGrp="1"/>
          </p:cNvSpPr>
          <p:nvPr>
            <p:ph type="ftr" sz="quarter" idx="18"/>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A6963952-CC43-4F63-8DDF-47B0F4512883}"/>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6652869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ight - Title/Subtitle 3 Column">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D922B281-CE8B-4E47-889A-38B9D11BA0A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4"/>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4"/>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80044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rk - Title/Subtitle 3 Column">
    <p:bg>
      <p:bgRef idx="1001">
        <a:schemeClr val="bg1"/>
      </p:bgRef>
    </p:bg>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B017591D-9CE6-7446-94B7-8CEEEAF691E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6"/>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6"/>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6E60902A-4CDA-482D-90DF-ECACF1930986}"/>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294224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ight - Title 4 Column">
    <p:bg>
      <p:bgRef idx="1001">
        <a:schemeClr val="bg1"/>
      </p:bgRef>
    </p:bg>
    <p:spTree>
      <p:nvGrpSpPr>
        <p:cNvPr id="1" name=""/>
        <p:cNvGrpSpPr/>
        <p:nvPr/>
      </p:nvGrpSpPr>
      <p:grpSpPr>
        <a:xfrm>
          <a:off x="0" y="0"/>
          <a:ext cx="0" cy="0"/>
          <a:chOff x="0" y="0"/>
          <a:chExt cx="0" cy="0"/>
        </a:xfrm>
      </p:grpSpPr>
      <p:pic>
        <p:nvPicPr>
          <p:cNvPr id="20" name="Cloud">
            <a:extLst>
              <a:ext uri="{FF2B5EF4-FFF2-40B4-BE49-F238E27FC236}">
                <a16:creationId xmlns:a16="http://schemas.microsoft.com/office/drawing/2014/main" id="{403EA880-91CB-2F4A-BC00-A935385135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589524"/>
            <a:ext cx="2478024" cy="4525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3374450" y="1590159"/>
            <a:ext cx="0" cy="4525997"/>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589524"/>
            <a:ext cx="2478024" cy="4525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6107576"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589524"/>
            <a:ext cx="2478024" cy="4525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userDrawn="1"/>
        </p:nvCxnSpPr>
        <p:spPr>
          <a:xfrm>
            <a:off x="8840702"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589524"/>
            <a:ext cx="2478024" cy="4525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E665C0AC-7132-4356-88D4-79E4A49B2CE4}"/>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A131A1D-D1FF-4A37-8531-B67D54ED466D}"/>
              </a:ext>
            </a:extLst>
          </p:cNvPr>
          <p:cNvSpPr>
            <a:spLocks noGrp="1"/>
          </p:cNvSpPr>
          <p:nvPr>
            <p:ph type="dt" sz="half" idx="1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C8EC9026-CA1C-465B-ADD5-AE1F9B7A0775}"/>
              </a:ext>
            </a:extLst>
          </p:cNvPr>
          <p:cNvSpPr>
            <a:spLocks noGrp="1"/>
          </p:cNvSpPr>
          <p:nvPr>
            <p:ph type="ftr" sz="quarter" idx="19"/>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13064CFB-254B-4876-8556-026D173672E6}"/>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8491591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rk - Title 4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6D31D0E4-AF4F-A542-A6E3-8EBAA9F1BC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3374450" y="1609209"/>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608575"/>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6107576"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608575"/>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userDrawn="1"/>
        </p:nvCxnSpPr>
        <p:spPr>
          <a:xfrm>
            <a:off x="8840702"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608575"/>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2AA814CE-3331-469B-8BE8-853F42A0346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52F26386-047A-407D-BEE4-BF9BC2C4C09F}"/>
              </a:ext>
            </a:extLst>
          </p:cNvPr>
          <p:cNvSpPr>
            <a:spLocks noGrp="1"/>
          </p:cNvSpPr>
          <p:nvPr>
            <p:ph type="dt" sz="half" idx="1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15A8344-82CB-496F-8690-72CF339725D6}"/>
              </a:ext>
            </a:extLst>
          </p:cNvPr>
          <p:cNvSpPr>
            <a:spLocks noGrp="1"/>
          </p:cNvSpPr>
          <p:nvPr>
            <p:ph type="ftr" sz="quarter" idx="19"/>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856EBA4F-FCB4-4B89-BEA0-1B33D86D6DE8}"/>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578218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ight - Title/Subtitle 4 Column">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DE68A64E-9177-1E41-B02B-9C94A30A03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5"/>
            <a:ext cx="2478024" cy="45069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73924"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5"/>
            <a:ext cx="2478024" cy="45069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6110222"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5"/>
            <a:ext cx="2478024" cy="45069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userDrawn="1"/>
        </p:nvCxnSpPr>
        <p:spPr>
          <a:xfrm>
            <a:off x="8846520"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5"/>
            <a:ext cx="2478024" cy="45069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72191157-EC2D-4417-9959-2EA7D1DAFF5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2388CBD-B05C-4885-A081-172C87DCAD84}"/>
              </a:ext>
            </a:extLst>
          </p:cNvPr>
          <p:cNvSpPr>
            <a:spLocks noGrp="1"/>
          </p:cNvSpPr>
          <p:nvPr>
            <p:ph type="dt" sz="half" idx="18"/>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3CE56F53-8C5C-4F85-9969-353868B64B25}"/>
              </a:ext>
            </a:extLst>
          </p:cNvPr>
          <p:cNvSpPr>
            <a:spLocks noGrp="1"/>
          </p:cNvSpPr>
          <p:nvPr>
            <p:ph type="ftr" sz="quarter" idx="19"/>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589360B9-A253-468B-B3D3-70CC43B07468}"/>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33806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rk - Title/Subtitle 4 Column">
    <p:bg>
      <p:bgRef idx="1001">
        <a:schemeClr val="bg1"/>
      </p:bgRef>
    </p:bg>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6F66DACA-117A-D443-A12C-B547719EC02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73924"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6"/>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6110222"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6"/>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userDrawn="1"/>
        </p:nvCxnSpPr>
        <p:spPr>
          <a:xfrm>
            <a:off x="8846520"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6"/>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1467A894-8EF4-484B-BF49-DF2E9F970DE5}"/>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E422C40-A387-420C-B07A-9F6BE08313A1}"/>
              </a:ext>
            </a:extLst>
          </p:cNvPr>
          <p:cNvSpPr>
            <a:spLocks noGrp="1"/>
          </p:cNvSpPr>
          <p:nvPr>
            <p:ph type="dt" sz="half" idx="18"/>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7550E71C-CB99-4BD4-8252-ED7D062329F5}"/>
              </a:ext>
            </a:extLst>
          </p:cNvPr>
          <p:cNvSpPr>
            <a:spLocks noGrp="1"/>
          </p:cNvSpPr>
          <p:nvPr>
            <p:ph type="ftr" sz="quarter" idx="19"/>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FD33CF2B-9E35-4547-8232-5DE4CC57C302}"/>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2126011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ght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A646CDE3-61DE-5F4A-A6EA-E5FECEFF07E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endParaRPr lang="en-US" dirty="0"/>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E3EED3DC-3691-46BD-9B48-E2C270C741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8BE0263-5FD6-4DE6-B9D0-79EF81804AF3}"/>
              </a:ext>
            </a:extLst>
          </p:cNvPr>
          <p:cNvSpPr>
            <a:spLocks noGrp="1"/>
          </p:cNvSpPr>
          <p:nvPr>
            <p:ph type="dt" sz="half" idx="2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FC6C050F-728D-4BEF-B207-F42452F3527D}"/>
              </a:ext>
            </a:extLst>
          </p:cNvPr>
          <p:cNvSpPr>
            <a:spLocks noGrp="1"/>
          </p:cNvSpPr>
          <p:nvPr>
            <p:ph type="ftr" sz="quarter" idx="28"/>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BD446726-6BED-4C16-B2F2-97FDB0765DB8}"/>
              </a:ext>
            </a:extLst>
          </p:cNvPr>
          <p:cNvSpPr>
            <a:spLocks noGrp="1"/>
          </p:cNvSpPr>
          <p:nvPr>
            <p:ph type="sldNum" sz="quarter" idx="2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6113270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rk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07F0167-116B-4B46-AC07-0CF33541BDB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083207C4-681D-4388-B80E-EE2FA349AF02}"/>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EC3EB1D7-DB39-4B87-83A2-C41A68F7435E}"/>
              </a:ext>
            </a:extLst>
          </p:cNvPr>
          <p:cNvSpPr>
            <a:spLocks noGrp="1"/>
          </p:cNvSpPr>
          <p:nvPr>
            <p:ph type="dt" sz="half" idx="2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ABD1DB1E-E699-4B1A-BFD3-5F9D0BCDB864}"/>
              </a:ext>
            </a:extLst>
          </p:cNvPr>
          <p:cNvSpPr>
            <a:spLocks noGrp="1"/>
          </p:cNvSpPr>
          <p:nvPr>
            <p:ph type="ftr" sz="quarter" idx="28"/>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6CF2DF93-F6AF-4392-A308-BFC8349686D0}"/>
              </a:ext>
            </a:extLst>
          </p:cNvPr>
          <p:cNvSpPr>
            <a:spLocks noGrp="1"/>
          </p:cNvSpPr>
          <p:nvPr>
            <p:ph type="sldNum" sz="quarter" idx="2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7548032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ight - Numbered Outlin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31372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rk - Numbered Outline">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304184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ight - Numbered Outline 2 Column">
    <p:bg>
      <p:bgPr>
        <a:solidFill>
          <a:schemeClr val="bg1"/>
        </a:solidFill>
        <a:effectLst/>
      </p:bgPr>
    </p:bg>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
        <p:nvSpPr>
          <p:cNvPr id="9" name="Text Placeholder 3">
            <a:extLst>
              <a:ext uri="{FF2B5EF4-FFF2-40B4-BE49-F238E27FC236}">
                <a16:creationId xmlns:a16="http://schemas.microsoft.com/office/drawing/2014/main" id="{93AB42C3-C7C2-47CD-8E87-C5D5963E7A0E}"/>
              </a:ext>
            </a:extLst>
          </p:cNvPr>
          <p:cNvSpPr>
            <a:spLocks noGrp="1"/>
          </p:cNvSpPr>
          <p:nvPr>
            <p:ph type="body" sz="quarter" idx="48"/>
          </p:nvPr>
        </p:nvSpPr>
        <p:spPr>
          <a:xfrm>
            <a:off x="6364986"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720599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rk - Numbered Outline 2 Column">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
        <p:nvSpPr>
          <p:cNvPr id="9" name="Text Placeholder 3">
            <a:extLst>
              <a:ext uri="{FF2B5EF4-FFF2-40B4-BE49-F238E27FC236}">
                <a16:creationId xmlns:a16="http://schemas.microsoft.com/office/drawing/2014/main" id="{65B0AED4-660C-4741-9A22-50FB3CA4ABA7}"/>
              </a:ext>
            </a:extLst>
          </p:cNvPr>
          <p:cNvSpPr>
            <a:spLocks noGrp="1"/>
          </p:cNvSpPr>
          <p:nvPr>
            <p:ph type="body" sz="quarter" idx="48"/>
          </p:nvPr>
        </p:nvSpPr>
        <p:spPr>
          <a:xfrm>
            <a:off x="6366095"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366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ght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2836A0A9-B46B-8E44-BD88-E6FFEC5F942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EA56FC21-9E73-4F6F-9512-715B2F6AE70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80A4CAAD-4985-4FFF-BE24-1873DC385CA6}"/>
              </a:ext>
            </a:extLst>
          </p:cNvPr>
          <p:cNvSpPr>
            <a:spLocks noGrp="1"/>
          </p:cNvSpPr>
          <p:nvPr>
            <p:ph type="dt" sz="half" idx="2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DD6AD3B-D115-41B9-A024-91B560E170AD}"/>
              </a:ext>
            </a:extLst>
          </p:cNvPr>
          <p:cNvSpPr>
            <a:spLocks noGrp="1"/>
          </p:cNvSpPr>
          <p:nvPr>
            <p:ph type="ftr" sz="quarter" idx="29"/>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D5F57306-2538-4D77-8134-400C30C727EE}"/>
              </a:ext>
            </a:extLst>
          </p:cNvPr>
          <p:cNvSpPr>
            <a:spLocks noGrp="1"/>
          </p:cNvSpPr>
          <p:nvPr>
            <p:ph type="sldNum" sz="quarter" idx="3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94469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A59691D8-12D1-8E4C-8346-D9FD6743C1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D3F5A0DB-77B7-43EC-848A-C3EEA5F4DC8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1A2928A2-36B1-4B61-82B8-0724A988B968}"/>
              </a:ext>
            </a:extLst>
          </p:cNvPr>
          <p:cNvSpPr>
            <a:spLocks noGrp="1"/>
          </p:cNvSpPr>
          <p:nvPr>
            <p:ph type="dt" sz="half" idx="2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98365B2-9A7D-4291-A052-A65B0C767BBE}"/>
              </a:ext>
            </a:extLst>
          </p:cNvPr>
          <p:cNvSpPr>
            <a:spLocks noGrp="1"/>
          </p:cNvSpPr>
          <p:nvPr>
            <p:ph type="ftr" sz="quarter" idx="29"/>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6761CBF8-87F2-4E8D-9C05-48F5D29D5D78}"/>
              </a:ext>
            </a:extLst>
          </p:cNvPr>
          <p:cNvSpPr>
            <a:spLocks noGrp="1"/>
          </p:cNvSpPr>
          <p:nvPr>
            <p:ph type="sldNum" sz="quarter" idx="3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8923487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ight - Blank">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8BD8F955-3E3E-4E6E-A650-C4E0C80495A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pic>
        <p:nvPicPr>
          <p:cNvPr id="6" name="OTag">
            <a:extLst>
              <a:ext uri="{FF2B5EF4-FFF2-40B4-BE49-F238E27FC236}">
                <a16:creationId xmlns:a16="http://schemas.microsoft.com/office/drawing/2014/main" id="{0F682282-A332-4D5C-89F4-38480EC33F4D}"/>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0" name="OTag">
            <a:extLst>
              <a:ext uri="{FF2B5EF4-FFF2-40B4-BE49-F238E27FC236}">
                <a16:creationId xmlns:a16="http://schemas.microsoft.com/office/drawing/2014/main" id="{00F1077A-D301-437A-8CE7-A0EA6CDECB51}"/>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B6E29D2F-E9BE-442D-8048-30D82B0FA2D2}"/>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4249E66D-873C-4E3D-B665-952DA3AD6CCF}"/>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5" name="Slide Number Placeholder 4">
            <a:extLst>
              <a:ext uri="{FF2B5EF4-FFF2-40B4-BE49-F238E27FC236}">
                <a16:creationId xmlns:a16="http://schemas.microsoft.com/office/drawing/2014/main" id="{B52D4C26-D77F-4F76-BA95-32055FEC61F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608491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ark - Blank">
    <p:bg>
      <p:bgPr>
        <a:solidFill>
          <a:schemeClr val="bg1"/>
        </a:solidFill>
        <a:effectLst/>
      </p:bgPr>
    </p:bg>
    <p:spTree>
      <p:nvGrpSpPr>
        <p:cNvPr id="1" name=""/>
        <p:cNvGrpSpPr/>
        <p:nvPr/>
      </p:nvGrpSpPr>
      <p:grpSpPr>
        <a:xfrm>
          <a:off x="0" y="0"/>
          <a:ext cx="0" cy="0"/>
          <a:chOff x="0" y="0"/>
          <a:chExt cx="0" cy="0"/>
        </a:xfrm>
      </p:grpSpPr>
      <p:pic>
        <p:nvPicPr>
          <p:cNvPr id="7" name="OTag">
            <a:extLst>
              <a:ext uri="{FF2B5EF4-FFF2-40B4-BE49-F238E27FC236}">
                <a16:creationId xmlns:a16="http://schemas.microsoft.com/office/drawing/2014/main" id="{1CFFF60E-C73F-41DD-B4B9-8792F4C0D80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1" name="Cloud">
            <a:extLst>
              <a:ext uri="{FF2B5EF4-FFF2-40B4-BE49-F238E27FC236}">
                <a16:creationId xmlns:a16="http://schemas.microsoft.com/office/drawing/2014/main" id="{A2A0E6A0-6580-9B4E-8437-9949DBFBF2B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Date Placeholder 2">
            <a:extLst>
              <a:ext uri="{FF2B5EF4-FFF2-40B4-BE49-F238E27FC236}">
                <a16:creationId xmlns:a16="http://schemas.microsoft.com/office/drawing/2014/main" id="{1DEECACB-46C4-4A42-8159-4ABC00F85DC7}"/>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21AED7B6-E930-4B73-845F-99262175EA18}"/>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5" name="Slide Number Placeholder 4">
            <a:extLst>
              <a:ext uri="{FF2B5EF4-FFF2-40B4-BE49-F238E27FC236}">
                <a16:creationId xmlns:a16="http://schemas.microsoft.com/office/drawing/2014/main" id="{83691DFD-B788-4684-96F9-4DD21020B309}"/>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797623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ight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A52109B5-4152-894B-9BF6-17B5458CC9C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4" name="Title 3">
            <a:extLst>
              <a:ext uri="{FF2B5EF4-FFF2-40B4-BE49-F238E27FC236}">
                <a16:creationId xmlns:a16="http://schemas.microsoft.com/office/drawing/2014/main" id="{F5090641-BB3E-479D-A754-1B2B6F37AEB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153D77D-CD9E-445C-8F26-904F65B519A3}"/>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0DAEFA0-C12C-4365-A532-D29F819542E1}"/>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9E6038FD-33E0-4C25-AC00-13FEB177A45C}"/>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66517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rk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05859F96-E4B3-8747-B027-10CA6EDB3EE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Title 3">
            <a:extLst>
              <a:ext uri="{FF2B5EF4-FFF2-40B4-BE49-F238E27FC236}">
                <a16:creationId xmlns:a16="http://schemas.microsoft.com/office/drawing/2014/main" id="{F495A570-6FAE-4393-89B0-E6BA7AC6B3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0792EEA-DB03-4E8E-B6AB-1122F317F95A}"/>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0EBB5D96-D6C9-4E8C-9D41-A28C7CED92F8}"/>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D760D253-6DDA-4486-89F6-5D5732868115}"/>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8176981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ight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EE127CFA-8D5C-584E-9C61-6685B54799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583223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Light - Title/Subtit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197BE15-34DD-4012-A0FA-C0BA2A219E2D}"/>
              </a:ext>
            </a:extLst>
          </p:cNvPr>
          <p:cNvPicPr>
            <a:picLocks noChangeAspect="1"/>
          </p:cNvPicPr>
          <p:nvPr userDrawn="1"/>
        </p:nvPicPr>
        <p:blipFill rotWithShape="1">
          <a:blip r:embed="rId2">
            <a:alphaModFix amt="45000"/>
            <a:extLst>
              <a:ext uri="{28A0092B-C50C-407E-A947-70E740481C1C}">
                <a14:useLocalDpi xmlns:a14="http://schemas.microsoft.com/office/drawing/2010/main" val="0"/>
              </a:ext>
            </a:extLst>
          </a:blip>
          <a:srcRect t="11780" r="21582"/>
          <a:stretch/>
        </p:blipFill>
        <p:spPr>
          <a:xfrm>
            <a:off x="-2764" y="1"/>
            <a:ext cx="12192000" cy="6857999"/>
          </a:xfrm>
          <a:prstGeom prst="rect">
            <a:avLst/>
          </a:prstGeom>
        </p:spPr>
      </p:pic>
      <p:pic>
        <p:nvPicPr>
          <p:cNvPr id="10" name="Picture 9" descr="A picture containing shape&#10;&#10;Description automatically generated">
            <a:extLst>
              <a:ext uri="{FF2B5EF4-FFF2-40B4-BE49-F238E27FC236}">
                <a16:creationId xmlns:a16="http://schemas.microsoft.com/office/drawing/2014/main" id="{32E55DA0-E059-4B04-93B0-51FABAA72B8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87074"/>
          <a:stretch/>
        </p:blipFill>
        <p:spPr>
          <a:xfrm>
            <a:off x="10613985" y="0"/>
            <a:ext cx="1575251" cy="6858000"/>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300480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Light - Title/Subtitl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79EFD51-680E-4FE2-8559-05B9F37CDBB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871" r="23162" b="11871"/>
          <a:stretch/>
        </p:blipFill>
        <p:spPr>
          <a:xfrm flipH="1">
            <a:off x="0" y="-11575"/>
            <a:ext cx="12192000" cy="6869575"/>
          </a:xfrm>
          <a:prstGeom prst="rect">
            <a:avLst/>
          </a:prstGeom>
        </p:spPr>
      </p:pic>
      <p:sp>
        <p:nvSpPr>
          <p:cNvPr id="13" name="Rectangle 12">
            <a:extLst>
              <a:ext uri="{FF2B5EF4-FFF2-40B4-BE49-F238E27FC236}">
                <a16:creationId xmlns:a16="http://schemas.microsoft.com/office/drawing/2014/main" id="{0C91B06B-6E2E-4907-A5B6-7A430B719E8A}"/>
              </a:ext>
            </a:extLst>
          </p:cNvPr>
          <p:cNvSpPr/>
          <p:nvPr userDrawn="1"/>
        </p:nvSpPr>
        <p:spPr>
          <a:xfrm>
            <a:off x="-2764" y="-11575"/>
            <a:ext cx="12192000" cy="6869574"/>
          </a:xfrm>
          <a:prstGeom prst="rect">
            <a:avLst/>
          </a:prstGeom>
          <a:solidFill>
            <a:schemeClr val="tx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solidFill>
                  <a:schemeClr val="bg1"/>
                </a:solidFill>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lvl1pPr>
              <a:defRPr>
                <a:solidFill>
                  <a:schemeClr val="bg1"/>
                </a:solidFill>
              </a:defRPr>
            </a:lvl1p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lvl1pPr>
              <a:defRPr>
                <a:solidFill>
                  <a:schemeClr val="bg1"/>
                </a:solidFill>
              </a:defRPr>
            </a:lvl1pPr>
          </a:lstStyle>
          <a:p>
            <a:fld id="{345D60D9-5372-5F40-9443-0F9AE5BDC3C8}" type="slidenum">
              <a:rPr lang="en-US" smtClean="0"/>
              <a:pPr/>
              <a:t>‹#›</a:t>
            </a:fld>
            <a:endParaRPr lang="en-US" dirty="0"/>
          </a:p>
        </p:txBody>
      </p:sp>
      <p:pic>
        <p:nvPicPr>
          <p:cNvPr id="14" name="Picture 13" descr="A picture containing shape&#10;&#10;Description automatically generated">
            <a:extLst>
              <a:ext uri="{FF2B5EF4-FFF2-40B4-BE49-F238E27FC236}">
                <a16:creationId xmlns:a16="http://schemas.microsoft.com/office/drawing/2014/main" id="{7C0159FF-95A8-4D65-9964-71D1E013CDF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87074"/>
          <a:stretch/>
        </p:blipFill>
        <p:spPr>
          <a:xfrm>
            <a:off x="10613985" y="0"/>
            <a:ext cx="1575251" cy="6858000"/>
          </a:xfrm>
          <a:prstGeom prst="rect">
            <a:avLst/>
          </a:prstGeom>
        </p:spPr>
      </p:pic>
    </p:spTree>
    <p:extLst>
      <p:ext uri="{BB962C8B-B14F-4D97-AF65-F5344CB8AC3E}">
        <p14:creationId xmlns:p14="http://schemas.microsoft.com/office/powerpoint/2010/main" val="363112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Light - Title/Subtit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50C21E1-E41B-4DBC-8F7A-3DF4FF230B7D}"/>
              </a:ext>
            </a:extLst>
          </p:cNvPr>
          <p:cNvPicPr>
            <a:picLocks noChangeAspect="1"/>
          </p:cNvPicPr>
          <p:nvPr userDrawn="1"/>
        </p:nvPicPr>
        <p:blipFill rotWithShape="1">
          <a:blip r:embed="rId2">
            <a:alphaModFix amt="60000"/>
            <a:extLst>
              <a:ext uri="{28A0092B-C50C-407E-A947-70E740481C1C}">
                <a14:useLocalDpi xmlns:a14="http://schemas.microsoft.com/office/drawing/2010/main" val="0"/>
              </a:ext>
            </a:extLst>
          </a:blip>
          <a:srcRect r="17231"/>
          <a:stretch/>
        </p:blipFill>
        <p:spPr>
          <a:xfrm>
            <a:off x="9782" y="17904"/>
            <a:ext cx="12189234" cy="6857999"/>
          </a:xfrm>
          <a:prstGeom prst="rect">
            <a:avLst/>
          </a:prstGeom>
        </p:spPr>
      </p:pic>
      <p:pic>
        <p:nvPicPr>
          <p:cNvPr id="10" name="Picture 9">
            <a:extLst>
              <a:ext uri="{FF2B5EF4-FFF2-40B4-BE49-F238E27FC236}">
                <a16:creationId xmlns:a16="http://schemas.microsoft.com/office/drawing/2014/main" id="{C2FD2590-D4D7-4C7A-902B-D1E6F96859D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2347" r="60384" b="4892"/>
          <a:stretch/>
        </p:blipFill>
        <p:spPr>
          <a:xfrm flipH="1">
            <a:off x="9669773" y="1915757"/>
            <a:ext cx="2522227" cy="4950593"/>
          </a:xfrm>
          <a:prstGeom prst="rect">
            <a:avLst/>
          </a:prstGeom>
        </p:spPr>
      </p:pic>
      <p:pic>
        <p:nvPicPr>
          <p:cNvPr id="8" name="Cloud">
            <a:extLst>
              <a:ext uri="{FF2B5EF4-FFF2-40B4-BE49-F238E27FC236}">
                <a16:creationId xmlns:a16="http://schemas.microsoft.com/office/drawing/2014/main" id="{EE127CFA-8D5C-584E-9C61-6685B547993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77062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Light - Title/Subtit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8AAA90D-C3EE-440B-ABFA-DBC3C5545D26}"/>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Cloud">
            <a:extLst>
              <a:ext uri="{FF2B5EF4-FFF2-40B4-BE49-F238E27FC236}">
                <a16:creationId xmlns:a16="http://schemas.microsoft.com/office/drawing/2014/main" id="{EE127CFA-8D5C-584E-9C61-6685B547993D}"/>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dirty="0"/>
          </a:p>
        </p:txBody>
      </p:sp>
      <p:pic>
        <p:nvPicPr>
          <p:cNvPr id="10" name="Picture 9">
            <a:extLst>
              <a:ext uri="{FF2B5EF4-FFF2-40B4-BE49-F238E27FC236}">
                <a16:creationId xmlns:a16="http://schemas.microsoft.com/office/drawing/2014/main" id="{EE913E1A-CBCB-499B-8642-C2285B6BCC98}"/>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7550" t="2285" b="41128"/>
          <a:stretch/>
        </p:blipFill>
        <p:spPr>
          <a:xfrm>
            <a:off x="0" y="5181729"/>
            <a:ext cx="12192000" cy="1676271"/>
          </a:xfrm>
          <a:prstGeom prst="rect">
            <a:avLst/>
          </a:prstGeom>
        </p:spPr>
      </p:pic>
      <p:pic>
        <p:nvPicPr>
          <p:cNvPr id="11" name="Picture 10" descr="A picture containing text&#10;&#10;Description automatically generated">
            <a:extLst>
              <a:ext uri="{FF2B5EF4-FFF2-40B4-BE49-F238E27FC236}">
                <a16:creationId xmlns:a16="http://schemas.microsoft.com/office/drawing/2014/main" id="{57585065-A729-4AD0-8D83-F01046F18AA1}"/>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66346" t="-174" r="6571"/>
          <a:stretch/>
        </p:blipFill>
        <p:spPr>
          <a:xfrm>
            <a:off x="9281362" y="0"/>
            <a:ext cx="2910638" cy="6858000"/>
          </a:xfrm>
          <a:prstGeom prst="rect">
            <a:avLst/>
          </a:prstGeom>
        </p:spPr>
      </p:pic>
    </p:spTree>
    <p:extLst>
      <p:ext uri="{BB962C8B-B14F-4D97-AF65-F5344CB8AC3E}">
        <p14:creationId xmlns:p14="http://schemas.microsoft.com/office/powerpoint/2010/main" val="2228379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ark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93BCC98D-F462-9844-9660-2EA01F13EF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159E3D4-8DE9-4EE7-AF46-396CA0361B33}"/>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A47ABD9F-CF7B-4739-A09B-21C74EE3D7DA}"/>
              </a:ext>
            </a:extLst>
          </p:cNvPr>
          <p:cNvSpPr>
            <a:spLocks noGrp="1"/>
          </p:cNvSpPr>
          <p:nvPr>
            <p:ph type="ftr" sz="quarter" idx="13"/>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2C1326A2-CE99-456C-A450-2DC676458CDB}"/>
              </a:ext>
            </a:extLst>
          </p:cNvPr>
          <p:cNvSpPr>
            <a:spLocks noGrp="1"/>
          </p:cNvSpPr>
          <p:nvPr>
            <p:ph type="sldNum" sz="quarter" idx="1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455227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Light - Metr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F90C14E-647D-DE45-A3FE-3E841253B4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r="-1"/>
          <a:stretch/>
        </p:blipFill>
        <p:spPr>
          <a:xfrm>
            <a:off x="6095574" y="0"/>
            <a:ext cx="6096425" cy="6858000"/>
          </a:xfrm>
          <a:prstGeom prst="rect">
            <a:avLst/>
          </a:prstGeom>
        </p:spPr>
      </p:pic>
      <p:pic>
        <p:nvPicPr>
          <p:cNvPr id="23" name="OTag">
            <a:extLst>
              <a:ext uri="{FF2B5EF4-FFF2-40B4-BE49-F238E27FC236}">
                <a16:creationId xmlns:a16="http://schemas.microsoft.com/office/drawing/2014/main" id="{000C5F04-372F-427E-81C5-11434B35699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71217"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23900" y="1600200"/>
            <a:ext cx="5072063" cy="2415700"/>
          </a:xfrm>
        </p:spPr>
        <p:txBody>
          <a:bodyPr anchor="b" anchorCtr="0"/>
          <a:lstStyle>
            <a:lvl1pPr>
              <a:defRPr sz="8000" b="1">
                <a:solidFill>
                  <a:srgbClr val="AE562C"/>
                </a:solidFill>
              </a:defRPr>
            </a:lvl1pPr>
          </a:lstStyle>
          <a:p>
            <a:pPr lvl="0"/>
            <a:r>
              <a:rPr lang="en-US" dirty="0"/>
              <a:t>00%</a:t>
            </a:r>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64391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ark - Metric">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B54DF6-D8D9-3E4B-A5D4-8DB1B36A211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a:stretch/>
        </p:blipFill>
        <p:spPr>
          <a:xfrm>
            <a:off x="6096000" y="0"/>
            <a:ext cx="6096348" cy="6858000"/>
          </a:xfrm>
          <a:prstGeom prst="rect">
            <a:avLst/>
          </a:prstGeom>
        </p:spPr>
      </p:pic>
      <p:pic>
        <p:nvPicPr>
          <p:cNvPr id="12" name="OTag">
            <a:extLst>
              <a:ext uri="{FF2B5EF4-FFF2-40B4-BE49-F238E27FC236}">
                <a16:creationId xmlns:a16="http://schemas.microsoft.com/office/drawing/2014/main" id="{E8A7F756-6885-FD4D-8CAC-01911AF996C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23900" y="1600200"/>
            <a:ext cx="5085287" cy="2415700"/>
          </a:xfrm>
        </p:spPr>
        <p:txBody>
          <a:bodyPr anchor="b" anchorCtr="0"/>
          <a:lstStyle>
            <a:lvl1pPr>
              <a:defRPr sz="8000" b="1">
                <a:solidFill>
                  <a:srgbClr val="759C6C"/>
                </a:solidFill>
              </a:defRPr>
            </a:lvl1pPr>
          </a:lstStyle>
          <a:p>
            <a:pPr lvl="0"/>
            <a:r>
              <a:rPr lang="en-US" dirty="0"/>
              <a:t>00%</a:t>
            </a:r>
          </a:p>
        </p:txBody>
      </p:sp>
      <p:sp>
        <p:nvSpPr>
          <p:cNvPr id="3" name="Date Placeholder 2">
            <a:extLst>
              <a:ext uri="{FF2B5EF4-FFF2-40B4-BE49-F238E27FC236}">
                <a16:creationId xmlns:a16="http://schemas.microsoft.com/office/drawing/2014/main" id="{A558375C-46BC-48EA-9DFC-3DF06967D7C3}"/>
              </a:ext>
            </a:extLst>
          </p:cNvPr>
          <p:cNvSpPr>
            <a:spLocks noGrp="1"/>
          </p:cNvSpPr>
          <p:nvPr>
            <p:ph type="dt" sz="half" idx="16"/>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4B2DF6E-494A-4D98-888D-68B724E489C5}"/>
              </a:ext>
            </a:extLst>
          </p:cNvPr>
          <p:cNvSpPr>
            <a:spLocks noGrp="1"/>
          </p:cNvSpPr>
          <p:nvPr>
            <p:ph type="ftr" sz="quarter" idx="17"/>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9BDC2851-E9BE-4691-AE94-635936A66775}"/>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4152404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Light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681203-42C6-B54E-A5F8-FE2DAE3C0E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OTag">
            <a:extLst>
              <a:ext uri="{FF2B5EF4-FFF2-40B4-BE49-F238E27FC236}">
                <a16:creationId xmlns:a16="http://schemas.microsoft.com/office/drawing/2014/main" id="{B620A016-1EBE-426A-BB19-9671229484A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ADFA4C3-C577-4944-B23B-0E8CEECA00FE}"/>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EE548FBC-C180-4348-924F-1AD0DE33EC94}"/>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C2993164-8F12-4A57-BCB2-ECAB88B102D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8999119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Dark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8B6F3C-673A-2C4F-BDD8-A174DA9D4B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C6ADE0F8-03AA-E84C-A08A-799EE14D7CA2}"/>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2DF2B49-8199-43EF-9C31-2EE3E2278A8F}"/>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C290A680-202A-4EB8-8426-F81FE6C12DD2}"/>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81D7B772-BB21-406A-A2FE-5A71474672A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126635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Light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8A9AF7-F5CE-844F-BBE4-0C983CB99B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993607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Dark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61514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Light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7712D2-1637-4940-A323-42EBA61AD5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34BA956C-AFD4-4D95-9304-BB81E2E12CC5}"/>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C49782E6-C6D7-4588-8CDE-8BB252C535B1}"/>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7AD6286E-40B3-4954-877E-F88E2191B41D}"/>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11188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Dark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D5B665-2B39-6645-BF1F-C5F9BD830A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8A7CFD62-A920-45CB-9691-083BA5642432}"/>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C4B8371-BFE0-4C4C-9EC8-651A59790856}"/>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BBC47787-CD64-4386-A100-73FB94F88CFA}"/>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1012027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ight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endParaRPr lang="en-US" dirty="0"/>
          </a:p>
        </p:txBody>
      </p:sp>
      <p:sp>
        <p:nvSpPr>
          <p:cNvPr id="4" name="Title 3">
            <a:extLst>
              <a:ext uri="{FF2B5EF4-FFF2-40B4-BE49-F238E27FC236}">
                <a16:creationId xmlns:a16="http://schemas.microsoft.com/office/drawing/2014/main" id="{2F13852C-D243-4D5A-B7E1-09812A4D6444}"/>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5C7F3825-1D38-4C39-8F70-C060E9BEE3D2}"/>
              </a:ext>
            </a:extLst>
          </p:cNvPr>
          <p:cNvSpPr>
            <a:spLocks noGrp="1"/>
          </p:cNvSpPr>
          <p:nvPr>
            <p:ph sz="quarter" idx="13"/>
          </p:nvPr>
        </p:nvSpPr>
        <p:spPr>
          <a:xfrm>
            <a:off x="762000" y="1609725"/>
            <a:ext cx="10687050"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4794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480"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ark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endParaRPr lang="en-US" dirty="0"/>
          </a:p>
        </p:txBody>
      </p:sp>
      <p:sp>
        <p:nvSpPr>
          <p:cNvPr id="2" name="Title 1">
            <a:extLst>
              <a:ext uri="{FF2B5EF4-FFF2-40B4-BE49-F238E27FC236}">
                <a16:creationId xmlns:a16="http://schemas.microsoft.com/office/drawing/2014/main" id="{12612D05-859A-4FDE-924B-FB91696215EA}"/>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437BB3CE-1E42-4557-A754-EAB09439D6F8}"/>
              </a:ext>
            </a:extLst>
          </p:cNvPr>
          <p:cNvSpPr>
            <a:spLocks noGrp="1"/>
          </p:cNvSpPr>
          <p:nvPr>
            <p:ph sz="quarter" idx="13"/>
          </p:nvPr>
        </p:nvSpPr>
        <p:spPr>
          <a:xfrm>
            <a:off x="762000" y="1609725"/>
            <a:ext cx="10677525"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627983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Light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EE69D29-7337-6248-888D-2A03308526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800" y="0"/>
            <a:ext cx="7315199"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Oracle Sans Tab" panose="020B0503020204020204" pitchFamily="34" charset="0"/>
                <a:ea typeface="+mn-ea"/>
                <a:cs typeface="Oracle Sans Tab" panose="020B0503020204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CE1CF95-2ED4-4044-A052-7E6E1867A5F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32F5E131-FF87-4B2F-9DB6-B4DB095B758D}"/>
              </a:ext>
            </a:extLst>
          </p:cNvPr>
          <p:cNvSpPr>
            <a:spLocks noGrp="1"/>
          </p:cNvSpPr>
          <p:nvPr>
            <p:ph type="pic" sz="quarter" idx="20" hasCustomPrompt="1"/>
          </p:nvPr>
        </p:nvSpPr>
        <p:spPr>
          <a:xfrm>
            <a:off x="0" y="0"/>
            <a:ext cx="4876800" cy="6858000"/>
          </a:xfrm>
        </p:spPr>
        <p:txBody>
          <a:bodyPr anchor="ctr" anchorCtr="1"/>
          <a:lstStyle>
            <a:lvl1pPr>
              <a:defRPr/>
            </a:lvl1pPr>
          </a:lstStyle>
          <a:p>
            <a:r>
              <a:rPr lang="en-US" dirty="0"/>
              <a:t>Click to add image</a:t>
            </a:r>
          </a:p>
        </p:txBody>
      </p:sp>
      <p:sp>
        <p:nvSpPr>
          <p:cNvPr id="2" name="Date Placeholder 1">
            <a:extLst>
              <a:ext uri="{FF2B5EF4-FFF2-40B4-BE49-F238E27FC236}">
                <a16:creationId xmlns:a16="http://schemas.microsoft.com/office/drawing/2014/main" id="{BC86FB79-6AF9-4538-98F2-33825A26DECE}"/>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4D6A4509-AC78-4360-9126-01A3BC6609AC}"/>
              </a:ext>
            </a:extLst>
          </p:cNvPr>
          <p:cNvSpPr>
            <a:spLocks noGrp="1"/>
          </p:cNvSpPr>
          <p:nvPr>
            <p:ph type="ftr" sz="quarter" idx="22"/>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6C2FCDC2-FBB6-46F4-9BD5-AE85C1DC3F2C}"/>
              </a:ext>
            </a:extLst>
          </p:cNvPr>
          <p:cNvSpPr>
            <a:spLocks noGrp="1"/>
          </p:cNvSpPr>
          <p:nvPr>
            <p:ph type="sldNum" sz="quarter" idx="23"/>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9010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ark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CB9AC92-58C2-B14E-81EA-F40548FD48C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798" y="0"/>
            <a:ext cx="7315201"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Oracle Sans Tab" panose="020B0503020204020204" pitchFamily="34" charset="0"/>
                <a:ea typeface="+mn-ea"/>
                <a:cs typeface="Oracle Sans Tab" panose="020B0503020204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AA2A5D2-AD0A-4DBD-927A-96DC377BC49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20FEB6C0-1F5B-4135-8E18-A04A68550D75}"/>
              </a:ext>
            </a:extLst>
          </p:cNvPr>
          <p:cNvSpPr>
            <a:spLocks noGrp="1"/>
          </p:cNvSpPr>
          <p:nvPr>
            <p:ph type="pic" sz="quarter" idx="20" hasCustomPrompt="1"/>
          </p:nvPr>
        </p:nvSpPr>
        <p:spPr>
          <a:xfrm>
            <a:off x="0" y="0"/>
            <a:ext cx="4876800" cy="6858000"/>
          </a:xfrm>
        </p:spPr>
        <p:txBody>
          <a:bodyPr anchor="ctr" anchorCtr="1">
            <a:normAutofit/>
          </a:bodyPr>
          <a:lstStyle>
            <a:lvl1pPr>
              <a:defRPr/>
            </a:lvl1pPr>
          </a:lstStyle>
          <a:p>
            <a:r>
              <a:rPr lang="en-US" dirty="0"/>
              <a:t>Click to add image</a:t>
            </a:r>
          </a:p>
        </p:txBody>
      </p:sp>
      <p:sp>
        <p:nvSpPr>
          <p:cNvPr id="2" name="Date Placeholder 1">
            <a:extLst>
              <a:ext uri="{FF2B5EF4-FFF2-40B4-BE49-F238E27FC236}">
                <a16:creationId xmlns:a16="http://schemas.microsoft.com/office/drawing/2014/main" id="{1522B3ED-CF2C-4067-92C1-D268C952FB0E}"/>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CE0BF7F-49D0-4680-97A6-57F3353BC736}"/>
              </a:ext>
            </a:extLst>
          </p:cNvPr>
          <p:cNvSpPr>
            <a:spLocks noGrp="1"/>
          </p:cNvSpPr>
          <p:nvPr>
            <p:ph type="ftr" sz="quarter" idx="22"/>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EFD3ACE9-71BB-462A-B503-22DE7B536BD1}"/>
              </a:ext>
            </a:extLst>
          </p:cNvPr>
          <p:cNvSpPr>
            <a:spLocks noGrp="1"/>
          </p:cNvSpPr>
          <p:nvPr>
            <p:ph type="sldNum" sz="quarter" idx="23"/>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3588545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Light - Quote with Data Texture Background">
    <p:spTree>
      <p:nvGrpSpPr>
        <p:cNvPr id="1" name=""/>
        <p:cNvGrpSpPr/>
        <p:nvPr/>
      </p:nvGrpSpPr>
      <p:grpSpPr>
        <a:xfrm>
          <a:off x="0" y="0"/>
          <a:ext cx="0" cy="0"/>
          <a:chOff x="0" y="0"/>
          <a:chExt cx="0" cy="0"/>
        </a:xfrm>
      </p:grpSpPr>
      <p:pic>
        <p:nvPicPr>
          <p:cNvPr id="26" name="Data Texture Image">
            <a:extLst>
              <a:ext uri="{FF2B5EF4-FFF2-40B4-BE49-F238E27FC236}">
                <a16:creationId xmlns:a16="http://schemas.microsoft.com/office/drawing/2014/main" id="{B04AAB1E-3886-45C0-9EE7-ABD1360D0F2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8"/>
          </a:xfrm>
          <a:prstGeom prst="rect">
            <a:avLst/>
          </a:prstGeom>
          <a:ln>
            <a:noFill/>
          </a:ln>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BA19B719-F896-40D2-A59B-8E51E7D4BB65}"/>
              </a:ext>
            </a:extLst>
          </p:cNvPr>
          <p:cNvSpPr>
            <a:spLocks noGrp="1"/>
          </p:cNvSpPr>
          <p:nvPr>
            <p:ph type="title" hasCustomPrompt="1"/>
          </p:nvPr>
        </p:nvSpPr>
        <p:spPr>
          <a:xfrm>
            <a:off x="768875" y="1828800"/>
            <a:ext cx="8049200" cy="2026447"/>
          </a:xfrm>
          <a:noFill/>
        </p:spPr>
        <p:txBody>
          <a:bodyPr vert="horz" wrap="square" lIns="0" tIns="0" rIns="0" bIns="0" rtlCol="0" anchor="b" anchorCtr="0">
            <a:noAutofit/>
          </a:bodyPr>
          <a:lstStyle>
            <a:lvl1pPr>
              <a:lnSpc>
                <a:spcPct val="100000"/>
              </a:lnSpc>
              <a:defRPr lang="en-US" sz="3200" b="0">
                <a:latin typeface="+mj-lt"/>
                <a:cs typeface="Oracle Sans Tab" panose="020B0503020204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7" name="Picture Placeholder 6">
            <a:extLst>
              <a:ext uri="{FF2B5EF4-FFF2-40B4-BE49-F238E27FC236}">
                <a16:creationId xmlns:a16="http://schemas.microsoft.com/office/drawing/2014/main" id="{414A2E81-7AA0-4954-BF7E-C076C41AF7C6}"/>
              </a:ext>
            </a:extLst>
          </p:cNvPr>
          <p:cNvSpPr>
            <a:spLocks noGrp="1"/>
          </p:cNvSpPr>
          <p:nvPr>
            <p:ph type="pic" sz="quarter" idx="41" hasCustomPrompt="1"/>
          </p:nvPr>
        </p:nvSpPr>
        <p:spPr>
          <a:xfrm>
            <a:off x="771067" y="1013988"/>
            <a:ext cx="2944208" cy="814812"/>
          </a:xfrm>
        </p:spPr>
        <p:txBody>
          <a:bodyPr/>
          <a:lstStyle>
            <a:lvl1pPr>
              <a:defRPr/>
            </a:lvl1pPr>
          </a:lstStyle>
          <a:p>
            <a:r>
              <a:rPr lang="en-US" dirty="0"/>
              <a:t>Click to add logo</a:t>
            </a:r>
          </a:p>
        </p:txBody>
      </p:sp>
      <p:sp>
        <p:nvSpPr>
          <p:cNvPr id="6" name="Date Placeholder 5">
            <a:extLst>
              <a:ext uri="{FF2B5EF4-FFF2-40B4-BE49-F238E27FC236}">
                <a16:creationId xmlns:a16="http://schemas.microsoft.com/office/drawing/2014/main" id="{F17ECA2C-4CF8-48ED-893A-2958F9909B90}"/>
              </a:ext>
            </a:extLst>
          </p:cNvPr>
          <p:cNvSpPr>
            <a:spLocks noGrp="1"/>
          </p:cNvSpPr>
          <p:nvPr>
            <p:ph type="dt" sz="half" idx="42"/>
          </p:nvPr>
        </p:nvSpPr>
        <p:spPr/>
        <p:txBody>
          <a:bodyPr/>
          <a:lstStyle/>
          <a:p>
            <a:r>
              <a:rPr lang="en-US"/>
              <a:t>[Date]</a:t>
            </a:r>
            <a:endParaRPr lang="en-US" dirty="0"/>
          </a:p>
        </p:txBody>
      </p:sp>
      <p:sp>
        <p:nvSpPr>
          <p:cNvPr id="8" name="Footer Placeholder 7">
            <a:extLst>
              <a:ext uri="{FF2B5EF4-FFF2-40B4-BE49-F238E27FC236}">
                <a16:creationId xmlns:a16="http://schemas.microsoft.com/office/drawing/2014/main" id="{144FDBCE-E35C-4859-AD9D-93665BD69FD5}"/>
              </a:ext>
            </a:extLst>
          </p:cNvPr>
          <p:cNvSpPr>
            <a:spLocks noGrp="1"/>
          </p:cNvSpPr>
          <p:nvPr>
            <p:ph type="ftr" sz="quarter" idx="43"/>
          </p:nvPr>
        </p:nvSpPr>
        <p:spPr/>
        <p:txBody>
          <a:bodyPr/>
          <a:lstStyle/>
          <a:p>
            <a:r>
              <a:rPr lang="en-US"/>
              <a:t>Copyright © 2021, Oracle and/or its affiliates  |  Confidential: Internal</a:t>
            </a:r>
            <a:endParaRPr lang="en-US" dirty="0"/>
          </a:p>
        </p:txBody>
      </p:sp>
      <p:sp>
        <p:nvSpPr>
          <p:cNvPr id="9" name="Slide Number Placeholder 8">
            <a:extLst>
              <a:ext uri="{FF2B5EF4-FFF2-40B4-BE49-F238E27FC236}">
                <a16:creationId xmlns:a16="http://schemas.microsoft.com/office/drawing/2014/main" id="{0F5130C2-E640-4887-BCA9-090F40084C88}"/>
              </a:ext>
            </a:extLst>
          </p:cNvPr>
          <p:cNvSpPr>
            <a:spLocks noGrp="1"/>
          </p:cNvSpPr>
          <p:nvPr>
            <p:ph type="sldNum" sz="quarter" idx="4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395689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ark - Quote with Data Texture Background">
    <p:bg>
      <p:bgRef idx="1001">
        <a:schemeClr val="bg1"/>
      </p:bgRef>
    </p:bg>
    <p:spTree>
      <p:nvGrpSpPr>
        <p:cNvPr id="1" name=""/>
        <p:cNvGrpSpPr/>
        <p:nvPr/>
      </p:nvGrpSpPr>
      <p:grpSpPr>
        <a:xfrm>
          <a:off x="0" y="0"/>
          <a:ext cx="0" cy="0"/>
          <a:chOff x="0" y="0"/>
          <a:chExt cx="0" cy="0"/>
        </a:xfrm>
      </p:grpSpPr>
      <p:pic>
        <p:nvPicPr>
          <p:cNvPr id="15" name="Data Texture Image">
            <a:extLst>
              <a:ext uri="{FF2B5EF4-FFF2-40B4-BE49-F238E27FC236}">
                <a16:creationId xmlns:a16="http://schemas.microsoft.com/office/drawing/2014/main" id="{8A6273FB-BF91-403E-A6FD-7515A6D8BFC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Quote">
            <a:extLst>
              <a:ext uri="{FF2B5EF4-FFF2-40B4-BE49-F238E27FC236}">
                <a16:creationId xmlns:a16="http://schemas.microsoft.com/office/drawing/2014/main" id="{70860AE5-51F4-4600-B7C5-0FFE1F5EE8BF}"/>
              </a:ext>
            </a:extLst>
          </p:cNvPr>
          <p:cNvSpPr>
            <a:spLocks noGrp="1"/>
          </p:cNvSpPr>
          <p:nvPr>
            <p:ph type="title" hasCustomPrompt="1"/>
          </p:nvPr>
        </p:nvSpPr>
        <p:spPr>
          <a:xfrm>
            <a:off x="768875" y="1828800"/>
            <a:ext cx="8022040" cy="1963350"/>
          </a:xfrm>
          <a:noFill/>
        </p:spPr>
        <p:txBody>
          <a:bodyPr vert="horz" wrap="square" lIns="0" tIns="0" rIns="0" bIns="0" rtlCol="0" anchor="b" anchorCtr="0">
            <a:noAutofit/>
          </a:bodyPr>
          <a:lstStyle>
            <a:lvl1pPr>
              <a:defRPr lang="en-US" sz="3200" b="0">
                <a:latin typeface="+mj-lt"/>
                <a:cs typeface="Oracle Sans Tab" panose="020B0503020204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10" name="Picture Placeholder 6">
            <a:extLst>
              <a:ext uri="{FF2B5EF4-FFF2-40B4-BE49-F238E27FC236}">
                <a16:creationId xmlns:a16="http://schemas.microsoft.com/office/drawing/2014/main" id="{CF70D2C9-2534-48AA-9A8A-D82D5A31B2F9}"/>
              </a:ext>
            </a:extLst>
          </p:cNvPr>
          <p:cNvSpPr>
            <a:spLocks noGrp="1"/>
          </p:cNvSpPr>
          <p:nvPr>
            <p:ph type="pic" sz="quarter" idx="41" hasCustomPrompt="1"/>
          </p:nvPr>
        </p:nvSpPr>
        <p:spPr>
          <a:xfrm>
            <a:off x="771067" y="1013988"/>
            <a:ext cx="2944208" cy="814812"/>
          </a:xfrm>
        </p:spPr>
        <p:txBody>
          <a:bodyPr/>
          <a:lstStyle>
            <a:lvl1pPr>
              <a:defRPr/>
            </a:lvl1pPr>
          </a:lstStyle>
          <a:p>
            <a:r>
              <a:rPr lang="en-US" dirty="0"/>
              <a:t>Click to add logo</a:t>
            </a:r>
          </a:p>
        </p:txBody>
      </p:sp>
      <p:sp>
        <p:nvSpPr>
          <p:cNvPr id="6" name="Date Placeholder 5">
            <a:extLst>
              <a:ext uri="{FF2B5EF4-FFF2-40B4-BE49-F238E27FC236}">
                <a16:creationId xmlns:a16="http://schemas.microsoft.com/office/drawing/2014/main" id="{4626C9C3-D9C8-4222-B161-D7AF97BC1F41}"/>
              </a:ext>
            </a:extLst>
          </p:cNvPr>
          <p:cNvSpPr>
            <a:spLocks noGrp="1"/>
          </p:cNvSpPr>
          <p:nvPr>
            <p:ph type="dt" sz="half" idx="42"/>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C64C126A-0D05-424A-A6C2-80119CEAE618}"/>
              </a:ext>
            </a:extLst>
          </p:cNvPr>
          <p:cNvSpPr>
            <a:spLocks noGrp="1"/>
          </p:cNvSpPr>
          <p:nvPr>
            <p:ph type="ftr" sz="quarter" idx="43"/>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E6D685BD-0D80-40FF-88C3-58BBDF890F03}"/>
              </a:ext>
            </a:extLst>
          </p:cNvPr>
          <p:cNvSpPr>
            <a:spLocks noGrp="1"/>
          </p:cNvSpPr>
          <p:nvPr>
            <p:ph type="sldNum" sz="quarter" idx="4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753001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Light - Quote with Picture">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372844" y="2434528"/>
            <a:ext cx="6067096" cy="1846659"/>
          </a:xfrm>
          <a:noFill/>
        </p:spPr>
        <p:txBody>
          <a:bodyPr vert="horz" wrap="square" lIns="0" tIns="0" rIns="0" bIns="0" rtlCol="0" anchor="b" anchorCtr="0">
            <a:spAutoFit/>
          </a:bodyPr>
          <a:lstStyle>
            <a:lvl1pPr>
              <a:lnSpc>
                <a:spcPct val="100000"/>
              </a:lnSpc>
              <a:defRPr lang="en-US" sz="3000" b="0" dirty="0">
                <a:latin typeface="+mj-lt"/>
                <a:cs typeface="Oracle Sans Tab" panose="020B0503020204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D79573CA-7EF3-46CE-91D4-01D1A2F17BE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6" name="TextBox 5">
            <a:extLst>
              <a:ext uri="{FF2B5EF4-FFF2-40B4-BE49-F238E27FC236}">
                <a16:creationId xmlns:a16="http://schemas.microsoft.com/office/drawing/2014/main" id="{A8F9EF32-2876-8841-ADB8-707F8BDB8530}"/>
              </a:ext>
            </a:extLst>
          </p:cNvPr>
          <p:cNvSpPr txBox="1"/>
          <p:nvPr userDrawn="1"/>
        </p:nvSpPr>
        <p:spPr>
          <a:xfrm>
            <a:off x="1295730" y="3244334"/>
            <a:ext cx="2285339" cy="369332"/>
          </a:xfrm>
          <a:prstGeom prst="rect">
            <a:avLst/>
          </a:prstGeom>
          <a:noFill/>
        </p:spPr>
        <p:txBody>
          <a:bodyPr wrap="square" rtlCol="0">
            <a:spAutoFit/>
          </a:bodyPr>
          <a:lstStyle/>
          <a:p>
            <a:r>
              <a:rPr lang="en-US" dirty="0">
                <a:solidFill>
                  <a:schemeClr val="bg2"/>
                </a:solidFill>
              </a:rPr>
              <a:t>Click to add image</a:t>
            </a:r>
          </a:p>
        </p:txBody>
      </p:sp>
      <p:sp>
        <p:nvSpPr>
          <p:cNvPr id="12" name="Picture Placeholder 6">
            <a:extLst>
              <a:ext uri="{FF2B5EF4-FFF2-40B4-BE49-F238E27FC236}">
                <a16:creationId xmlns:a16="http://schemas.microsoft.com/office/drawing/2014/main" id="{48F56FAF-A389-4DEC-BCB5-7C2BCDEBE166}"/>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0"/>
            <a:ext cx="4876800" cy="6858000"/>
          </a:xfrm>
        </p:spPr>
        <p:txBody>
          <a:bodyPr anchor="ctr" anchorCtr="1"/>
          <a:lstStyle>
            <a:lvl1pPr>
              <a:defRPr/>
            </a:lvl1pPr>
          </a:lstStyle>
          <a:p>
            <a:r>
              <a:rPr lang="en-US" dirty="0"/>
              <a:t>Click to add image</a:t>
            </a:r>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57348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ark - Quote with Picture">
    <p:bg>
      <p:bgRef idx="1001">
        <a:schemeClr val="bg1"/>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E7972264-22BA-4EDF-A0AC-13C683A7DA78}"/>
              </a:ext>
            </a:extLst>
          </p:cNvPr>
          <p:cNvSpPr>
            <a:spLocks noGrp="1"/>
          </p:cNvSpPr>
          <p:nvPr>
            <p:ph type="title" hasCustomPrompt="1"/>
          </p:nvPr>
        </p:nvSpPr>
        <p:spPr>
          <a:xfrm>
            <a:off x="5378728" y="2435027"/>
            <a:ext cx="6051272" cy="1846659"/>
          </a:xfrm>
          <a:noFill/>
        </p:spPr>
        <p:txBody>
          <a:bodyPr vert="horz" wrap="square" lIns="0" tIns="0" rIns="0" bIns="0" rtlCol="0" anchor="b" anchorCtr="0">
            <a:spAutoFit/>
          </a:bodyPr>
          <a:lstStyle>
            <a:lvl1pPr>
              <a:lnSpc>
                <a:spcPct val="100000"/>
              </a:lnSpc>
              <a:defRPr lang="en-US" sz="3000" b="0">
                <a:latin typeface="+mj-lt"/>
                <a:cs typeface="Oracle Sans Tab" panose="020B0503020204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0D7B12AA-E756-4885-BD64-8DBE9AAC5A1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2" name="Picture Placeholder 6">
            <a:extLst>
              <a:ext uri="{FF2B5EF4-FFF2-40B4-BE49-F238E27FC236}">
                <a16:creationId xmlns:a16="http://schemas.microsoft.com/office/drawing/2014/main" id="{B09CBC8C-115F-4556-A4E2-129D0E230A87}"/>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image</a:t>
            </a:r>
          </a:p>
        </p:txBody>
      </p:sp>
      <p:sp>
        <p:nvSpPr>
          <p:cNvPr id="4" name="Date Placeholder 3">
            <a:extLst>
              <a:ext uri="{FF2B5EF4-FFF2-40B4-BE49-F238E27FC236}">
                <a16:creationId xmlns:a16="http://schemas.microsoft.com/office/drawing/2014/main" id="{D906CAD6-29C8-4422-A48D-D8830936B44F}"/>
              </a:ext>
            </a:extLst>
          </p:cNvPr>
          <p:cNvSpPr>
            <a:spLocks noGrp="1"/>
          </p:cNvSpPr>
          <p:nvPr>
            <p:ph type="dt" sz="half" idx="43"/>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D7B2E353-DA56-4DDC-BA6A-8DBF5B35499D}"/>
              </a:ext>
            </a:extLst>
          </p:cNvPr>
          <p:cNvSpPr>
            <a:spLocks noGrp="1"/>
          </p:cNvSpPr>
          <p:nvPr>
            <p:ph type="ftr" sz="quarter" idx="44"/>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6C82F77D-AAE1-49E0-8C46-83975B4AC826}"/>
              </a:ext>
            </a:extLst>
          </p:cNvPr>
          <p:cNvSpPr>
            <a:spLocks noGrp="1"/>
          </p:cNvSpPr>
          <p:nvPr>
            <p:ph type="sldNum" sz="quarter" idx="45"/>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990119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Light - Thank You">
    <p:bg>
      <p:bgRef idx="1001">
        <a:schemeClr val="bg1"/>
      </p:bgRef>
    </p:bg>
    <p:spTree>
      <p:nvGrpSpPr>
        <p:cNvPr id="1" name=""/>
        <p:cNvGrpSpPr/>
        <p:nvPr/>
      </p:nvGrpSpPr>
      <p:grpSpPr>
        <a:xfrm>
          <a:off x="0" y="0"/>
          <a:ext cx="0" cy="0"/>
          <a:chOff x="0" y="0"/>
          <a:chExt cx="0" cy="0"/>
        </a:xfrm>
      </p:grpSpPr>
      <p:pic>
        <p:nvPicPr>
          <p:cNvPr id="14" name="Abstract Illustration">
            <a:extLst>
              <a:ext uri="{FF2B5EF4-FFF2-40B4-BE49-F238E27FC236}">
                <a16:creationId xmlns:a16="http://schemas.microsoft.com/office/drawing/2014/main" id="{49F92AE8-C0F0-CF4B-B569-964245B0041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bwMode="ltGray">
          <a:xfrm>
            <a:off x="6096000" y="4898"/>
            <a:ext cx="6096000" cy="6858000"/>
          </a:xfrm>
          <a:prstGeom prst="rect">
            <a:avLst/>
          </a:prstGeom>
        </p:spPr>
      </p:pic>
      <p:pic>
        <p:nvPicPr>
          <p:cNvPr id="26" name="OTag">
            <a:extLst>
              <a:ext uri="{FF2B5EF4-FFF2-40B4-BE49-F238E27FC236}">
                <a16:creationId xmlns:a16="http://schemas.microsoft.com/office/drawing/2014/main" id="{42D6F87D-23AA-1D42-BDBA-F6833AC9A0E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defRPr lang="en-US" sz="3200" b="0">
                <a:latin typeface="+mj-lt"/>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cxnSp>
        <p:nvCxnSpPr>
          <p:cNvPr id="17" name="Accent Mark">
            <a:extLst>
              <a:ext uri="{FF2B5EF4-FFF2-40B4-BE49-F238E27FC236}">
                <a16:creationId xmlns:a16="http://schemas.microsoft.com/office/drawing/2014/main" id="{067F8F82-B054-48B8-A81C-65FC099A0B9D}"/>
              </a:ext>
              <a:ext uri="{C183D7F6-B498-43B3-948B-1728B52AA6E4}">
                <adec:decorative xmlns:adec="http://schemas.microsoft.com/office/drawing/2017/decorative" val="1"/>
              </a:ext>
            </a:extLst>
          </p:cNvPr>
          <p:cNvCxnSpPr>
            <a:cxnSpLocks/>
          </p:cNvCxnSpPr>
          <p:nvPr userDrawn="1"/>
        </p:nvCxnSpPr>
        <p:spPr>
          <a:xfrm flipH="1">
            <a:off x="768350" y="4508728"/>
            <a:ext cx="301752" cy="0"/>
          </a:xfrm>
          <a:prstGeom prst="line">
            <a:avLst/>
          </a:prstGeom>
          <a:ln w="38100" cap="flat">
            <a:solidFill>
              <a:srgbClr val="FACD62"/>
            </a:solidFill>
            <a:prstDash val="solid"/>
          </a:ln>
        </p:spPr>
        <p:style>
          <a:lnRef idx="1">
            <a:schemeClr val="accent1"/>
          </a:lnRef>
          <a:fillRef idx="0">
            <a:schemeClr val="accent1"/>
          </a:fillRef>
          <a:effectRef idx="0">
            <a:schemeClr val="accent1"/>
          </a:effectRef>
          <a:fontRef idx="minor">
            <a:schemeClr val="tx1"/>
          </a:fontRef>
        </p:style>
      </p:cxn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Edit Master text styles</a:t>
            </a:r>
          </a:p>
        </p:txBody>
      </p:sp>
      <p:sp>
        <p:nvSpPr>
          <p:cNvPr id="4" name="Date Placeholder 3">
            <a:extLst>
              <a:ext uri="{FF2B5EF4-FFF2-40B4-BE49-F238E27FC236}">
                <a16:creationId xmlns:a16="http://schemas.microsoft.com/office/drawing/2014/main" id="{3698BC18-3443-48B2-97E6-989B7098DC52}"/>
              </a:ext>
            </a:extLst>
          </p:cNvPr>
          <p:cNvSpPr>
            <a:spLocks noGrp="1"/>
          </p:cNvSpPr>
          <p:nvPr>
            <p:ph type="dt" sz="half" idx="3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72AC1E3-E104-4942-8AE8-198E477A85F9}"/>
              </a:ext>
            </a:extLst>
          </p:cNvPr>
          <p:cNvSpPr>
            <a:spLocks noGrp="1"/>
          </p:cNvSpPr>
          <p:nvPr>
            <p:ph type="ftr" sz="quarter" idx="39"/>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30968FA8-1974-461B-87A5-6D7032FA1C85}"/>
              </a:ext>
            </a:extLst>
          </p:cNvPr>
          <p:cNvSpPr>
            <a:spLocks noGrp="1"/>
          </p:cNvSpPr>
          <p:nvPr>
            <p:ph type="sldNum" sz="quarter" idx="4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4138398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ark - Thank You">
    <p:bg>
      <p:bgRef idx="1001">
        <a:schemeClr val="bg1"/>
      </p:bgRef>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79EFD51-680E-4FE2-8559-05B9F37CDBB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871" r="61509" b="11871"/>
          <a:stretch/>
        </p:blipFill>
        <p:spPr>
          <a:xfrm flipH="1">
            <a:off x="6084540" y="-11575"/>
            <a:ext cx="6107459" cy="6869575"/>
          </a:xfrm>
          <a:prstGeom prst="rect">
            <a:avLst/>
          </a:prstGeom>
        </p:spPr>
      </p:pic>
      <p:sp>
        <p:nvSpPr>
          <p:cNvPr id="18" name="Rectangle 17">
            <a:extLst>
              <a:ext uri="{FF2B5EF4-FFF2-40B4-BE49-F238E27FC236}">
                <a16:creationId xmlns:a16="http://schemas.microsoft.com/office/drawing/2014/main" id="{0C91B06B-6E2E-4907-A5B6-7A430B719E8A}"/>
              </a:ext>
            </a:extLst>
          </p:cNvPr>
          <p:cNvSpPr/>
          <p:nvPr userDrawn="1"/>
        </p:nvSpPr>
        <p:spPr>
          <a:xfrm>
            <a:off x="6077665" y="0"/>
            <a:ext cx="6107460" cy="6881150"/>
          </a:xfrm>
          <a:prstGeom prst="rect">
            <a:avLst/>
          </a:prstGeom>
          <a:solidFill>
            <a:srgbClr val="312D2A">
              <a:alpha val="45000"/>
            </a:srgbClr>
          </a:solidFill>
          <a:ln w="31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CFBFA"/>
              </a:solidFill>
              <a:effectLst/>
              <a:uLnTx/>
              <a:uFillTx/>
              <a:latin typeface="Oracle Sans Tab"/>
              <a:ea typeface="+mn-ea"/>
              <a:cs typeface="+mn-cs"/>
            </a:endParaRPr>
          </a:p>
        </p:txBody>
      </p:sp>
      <p:pic>
        <p:nvPicPr>
          <p:cNvPr id="15" name="Picture 14" descr="A picture containing shape&#10;&#10;Description automatically generated">
            <a:extLst>
              <a:ext uri="{FF2B5EF4-FFF2-40B4-BE49-F238E27FC236}">
                <a16:creationId xmlns:a16="http://schemas.microsoft.com/office/drawing/2014/main" id="{7C0159FF-95A8-4D65-9964-71D1E013CDF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87074"/>
          <a:stretch/>
        </p:blipFill>
        <p:spPr>
          <a:xfrm>
            <a:off x="10613985" y="0"/>
            <a:ext cx="1575251" cy="6858000"/>
          </a:xfrm>
          <a:prstGeom prst="rect">
            <a:avLst/>
          </a:prstGeom>
        </p:spPr>
      </p:pic>
      <p:pic>
        <p:nvPicPr>
          <p:cNvPr id="26" name="OTag">
            <a:extLst>
              <a:ext uri="{FF2B5EF4-FFF2-40B4-BE49-F238E27FC236}">
                <a16:creationId xmlns:a16="http://schemas.microsoft.com/office/drawing/2014/main" id="{42D6F87D-23AA-1D42-BDBA-F6833AC9A0E3}"/>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hank youi">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defRPr lang="en-US" sz="3200" b="0">
                <a:latin typeface="+mj-lt"/>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cxnSp>
        <p:nvCxnSpPr>
          <p:cNvPr id="17" name="Accent Mark">
            <a:extLst>
              <a:ext uri="{FF2B5EF4-FFF2-40B4-BE49-F238E27FC236}">
                <a16:creationId xmlns:a16="http://schemas.microsoft.com/office/drawing/2014/main" id="{067F8F82-B054-48B8-A81C-65FC099A0B9D}"/>
              </a:ext>
              <a:ext uri="{C183D7F6-B498-43B3-948B-1728B52AA6E4}">
                <adec:decorative xmlns:adec="http://schemas.microsoft.com/office/drawing/2017/decorative" val="1"/>
              </a:ext>
            </a:extLst>
          </p:cNvPr>
          <p:cNvCxnSpPr>
            <a:cxnSpLocks/>
          </p:cNvCxnSpPr>
          <p:nvPr userDrawn="1"/>
        </p:nvCxnSpPr>
        <p:spPr>
          <a:xfrm flipH="1">
            <a:off x="768350" y="4508728"/>
            <a:ext cx="301752" cy="0"/>
          </a:xfrm>
          <a:prstGeom prst="line">
            <a:avLst/>
          </a:prstGeom>
          <a:ln w="38100" cap="flat">
            <a:solidFill>
              <a:srgbClr val="FACD62"/>
            </a:solidFill>
            <a:prstDash val="solid"/>
          </a:ln>
        </p:spPr>
        <p:style>
          <a:lnRef idx="1">
            <a:schemeClr val="accent1"/>
          </a:lnRef>
          <a:fillRef idx="0">
            <a:schemeClr val="accent1"/>
          </a:fillRef>
          <a:effectRef idx="0">
            <a:schemeClr val="accent1"/>
          </a:effectRef>
          <a:fontRef idx="minor">
            <a:schemeClr val="tx1"/>
          </a:fontRef>
        </p:style>
      </p:cxn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Edit Master text styles</a:t>
            </a:r>
          </a:p>
        </p:txBody>
      </p:sp>
      <p:sp>
        <p:nvSpPr>
          <p:cNvPr id="4" name="Date Placeholder 3">
            <a:extLst>
              <a:ext uri="{FF2B5EF4-FFF2-40B4-BE49-F238E27FC236}">
                <a16:creationId xmlns:a16="http://schemas.microsoft.com/office/drawing/2014/main" id="{B8DBDF9E-BB65-47CA-AE22-65479E3B2B11}"/>
              </a:ext>
            </a:extLst>
          </p:cNvPr>
          <p:cNvSpPr>
            <a:spLocks noGrp="1"/>
          </p:cNvSpPr>
          <p:nvPr>
            <p:ph type="dt" sz="half" idx="3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736FFAC2-A591-4775-8C17-E779B8580987}"/>
              </a:ext>
            </a:extLst>
          </p:cNvPr>
          <p:cNvSpPr>
            <a:spLocks noGrp="1"/>
          </p:cNvSpPr>
          <p:nvPr>
            <p:ph type="ftr" sz="quarter" idx="39"/>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A05CE80B-FDBC-4834-99C6-9621F96B934D}"/>
              </a:ext>
            </a:extLst>
          </p:cNvPr>
          <p:cNvSpPr>
            <a:spLocks noGrp="1"/>
          </p:cNvSpPr>
          <p:nvPr>
            <p:ph type="sldNum" sz="quarter" idx="4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0088972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Light - Closing Slide">
    <p:spTree>
      <p:nvGrpSpPr>
        <p:cNvPr id="1" name=""/>
        <p:cNvGrpSpPr/>
        <p:nvPr/>
      </p:nvGrpSpPr>
      <p:grpSpPr>
        <a:xfrm>
          <a:off x="0" y="0"/>
          <a:ext cx="0" cy="0"/>
          <a:chOff x="0" y="0"/>
          <a:chExt cx="0" cy="0"/>
        </a:xfrm>
      </p:grpSpPr>
      <p:pic>
        <p:nvPicPr>
          <p:cNvPr id="3" name="Oracle Logo" descr="Oracle Logo">
            <a:extLst>
              <a:ext uri="{FF2B5EF4-FFF2-40B4-BE49-F238E27FC236}">
                <a16:creationId xmlns:a16="http://schemas.microsoft.com/office/drawing/2014/main" id="{675A5E3C-9B7E-1248-9024-5EE790FC683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47854" y="2915192"/>
            <a:ext cx="4896293" cy="1027617"/>
          </a:xfrm>
          <a:prstGeom prst="rect">
            <a:avLst/>
          </a:prstGeom>
        </p:spPr>
      </p:pic>
      <p:pic>
        <p:nvPicPr>
          <p:cNvPr id="4" name="OTag">
            <a:extLst>
              <a:ext uri="{FF2B5EF4-FFF2-40B4-BE49-F238E27FC236}">
                <a16:creationId xmlns:a16="http://schemas.microsoft.com/office/drawing/2014/main" id="{938EEB79-EFA1-4711-804E-DFDFA3AE402D}"/>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166431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Dark - Closing Slide">
    <p:bg>
      <p:bgRef idx="1001">
        <a:schemeClr val="bg1"/>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bwMode="invGray">
          <a:xfrm>
            <a:off x="3647854" y="2915192"/>
            <a:ext cx="4896292" cy="1027617"/>
          </a:xfrm>
          <a:prstGeom prst="rect">
            <a:avLst/>
          </a:prstGeom>
        </p:spPr>
      </p:pic>
      <p:pic>
        <p:nvPicPr>
          <p:cNvPr id="3" name="OTag">
            <a:extLst>
              <a:ext uri="{FF2B5EF4-FFF2-40B4-BE49-F238E27FC236}">
                <a16:creationId xmlns:a16="http://schemas.microsoft.com/office/drawing/2014/main" id="{D41E7D90-EFED-4319-B620-7C6158CCE461}"/>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513523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Mission Statement">
    <p:bg>
      <p:bgRef idx="1001">
        <a:schemeClr val="bg2"/>
      </p:bgRef>
    </p:bg>
    <p:spTree>
      <p:nvGrpSpPr>
        <p:cNvPr id="1" name=""/>
        <p:cNvGrpSpPr/>
        <p:nvPr/>
      </p:nvGrpSpPr>
      <p:grpSpPr>
        <a:xfrm>
          <a:off x="0" y="0"/>
          <a:ext cx="0" cy="0"/>
          <a:chOff x="0" y="0"/>
          <a:chExt cx="0" cy="0"/>
        </a:xfrm>
      </p:grpSpPr>
      <p:pic>
        <p:nvPicPr>
          <p:cNvPr id="4" name="Illustration">
            <a:extLst>
              <a:ext uri="{FF2B5EF4-FFF2-40B4-BE49-F238E27FC236}">
                <a16:creationId xmlns:a16="http://schemas.microsoft.com/office/drawing/2014/main" id="{7F6A0B0D-9890-B044-B4D0-946D1FDB962D}"/>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l="3704"/>
          <a:stretch/>
        </p:blipFill>
        <p:spPr bwMode="invGray">
          <a:xfrm>
            <a:off x="0" y="0"/>
            <a:ext cx="12192000" cy="6858000"/>
          </a:xfrm>
          <a:prstGeom prst="rect">
            <a:avLst/>
          </a:prstGeom>
        </p:spPr>
      </p:pic>
      <p:sp>
        <p:nvSpPr>
          <p:cNvPr id="5" name="TextBox 4">
            <a:extLst>
              <a:ext uri="{FF2B5EF4-FFF2-40B4-BE49-F238E27FC236}">
                <a16:creationId xmlns:a16="http://schemas.microsoft.com/office/drawing/2014/main" id="{1138CAED-6966-416F-96DE-48D3061CAD63}"/>
              </a:ext>
            </a:extLst>
          </p:cNvPr>
          <p:cNvSpPr txBox="1"/>
          <p:nvPr userDrawn="1"/>
        </p:nvSpPr>
        <p:spPr>
          <a:xfrm>
            <a:off x="768876" y="1828800"/>
            <a:ext cx="6053328" cy="2279335"/>
          </a:xfrm>
          <a:prstGeom prst="rect">
            <a:avLst/>
          </a:prstGeom>
        </p:spPr>
        <p:txBody>
          <a:bodyPr vert="horz" lIns="0" tIns="0" rIns="0" bIns="0" rtlCol="0" anchor="b">
            <a:noAutofit/>
          </a:bodyPr>
          <a:lstStyle>
            <a:lvl1pPr>
              <a:lnSpc>
                <a:spcPct val="100000"/>
              </a:lnSpc>
              <a:spcBef>
                <a:spcPct val="0"/>
              </a:spcBef>
              <a:buNone/>
              <a:defRPr lang="en-US" sz="3000" b="0" i="0" baseline="0" dirty="0">
                <a:latin typeface="+mj-lt"/>
                <a:cs typeface="+mj-cs"/>
              </a:defRPr>
            </a:lvl1pPr>
          </a:lstStyle>
          <a:p>
            <a:pPr lvl="0"/>
            <a:r>
              <a:rPr lang="en-US" dirty="0"/>
              <a:t>Our mission is to help people see data in new ways, discover insights,</a:t>
            </a:r>
            <a:br>
              <a:rPr lang="en-US" dirty="0"/>
            </a:br>
            <a:r>
              <a:rPr lang="en-US" dirty="0"/>
              <a:t>unlock endless possibilities.</a:t>
            </a:r>
          </a:p>
        </p:txBody>
      </p:sp>
    </p:spTree>
    <p:extLst>
      <p:ext uri="{BB962C8B-B14F-4D97-AF65-F5344CB8AC3E}">
        <p14:creationId xmlns:p14="http://schemas.microsoft.com/office/powerpoint/2010/main" val="9853090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Light - Divider">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B4D86BA-0324-4CFB-8752-C34AB1C7DA95}"/>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C8A9AF7-F5CE-844F-BBE4-0C983CB99B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6" name="Title 5">
            <a:extLst>
              <a:ext uri="{FF2B5EF4-FFF2-40B4-BE49-F238E27FC236}">
                <a16:creationId xmlns:a16="http://schemas.microsoft.com/office/drawing/2014/main" id="{F6BEA035-D7A5-4B84-9F05-5163378E9E57}"/>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9" name="Subhead">
            <a:extLst>
              <a:ext uri="{FF2B5EF4-FFF2-40B4-BE49-F238E27FC236}">
                <a16:creationId xmlns:a16="http://schemas.microsoft.com/office/drawing/2014/main" id="{7CDB1F3E-E2D2-44FE-A725-E3ED1480C83B}"/>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34905627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Dark - Divider">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7" name="Rectangle 6">
            <a:extLst>
              <a:ext uri="{FF2B5EF4-FFF2-40B4-BE49-F238E27FC236}">
                <a16:creationId xmlns:a16="http://schemas.microsoft.com/office/drawing/2014/main" id="{C543FCF3-AE26-4DE7-A6C3-3940B3E78E3F}"/>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42592410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Dark - Divider">
    <p:bg>
      <p:bgRef idx="1001">
        <a:schemeClr val="bg1"/>
      </p:bgRef>
    </p:bg>
    <p:spTree>
      <p:nvGrpSpPr>
        <p:cNvPr id="1" name=""/>
        <p:cNvGrpSpPr/>
        <p:nvPr/>
      </p:nvGrpSpPr>
      <p:grpSpPr>
        <a:xfrm>
          <a:off x="0" y="0"/>
          <a:ext cx="0" cy="0"/>
          <a:chOff x="0" y="0"/>
          <a:chExt cx="0" cy="0"/>
        </a:xfrm>
      </p:grpSpPr>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7" name="Rectangle 6">
            <a:extLst>
              <a:ext uri="{FF2B5EF4-FFF2-40B4-BE49-F238E27FC236}">
                <a16:creationId xmlns:a16="http://schemas.microsoft.com/office/drawing/2014/main" id="{C543FCF3-AE26-4DE7-A6C3-3940B3E78E3F}"/>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pic>
        <p:nvPicPr>
          <p:cNvPr id="4" name="Picture 3">
            <a:extLst>
              <a:ext uri="{FF2B5EF4-FFF2-40B4-BE49-F238E27FC236}">
                <a16:creationId xmlns:a16="http://schemas.microsoft.com/office/drawing/2014/main" id="{19576C56-F003-A3B9-6CBA-F49881A1C42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795012"/>
            <a:ext cx="12192000" cy="17716500"/>
          </a:xfrm>
          <a:prstGeom prst="rect">
            <a:avLst/>
          </a:prstGeom>
        </p:spPr>
      </p:pic>
    </p:spTree>
    <p:extLst>
      <p:ext uri="{BB962C8B-B14F-4D97-AF65-F5344CB8AC3E}">
        <p14:creationId xmlns:p14="http://schemas.microsoft.com/office/powerpoint/2010/main" val="31919076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5099069"/>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1.emf"/><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1" name="OTag">
            <a:extLst>
              <a:ext uri="{FF2B5EF4-FFF2-40B4-BE49-F238E27FC236}">
                <a16:creationId xmlns:a16="http://schemas.microsoft.com/office/drawing/2014/main" id="{DA16EBAD-93BE-4ACF-A78F-3C1CEDB86021}"/>
              </a:ext>
              <a:ext uri="{C183D7F6-B498-43B3-948B-1728B52AA6E4}">
                <adec:decorative xmlns:adec="http://schemas.microsoft.com/office/drawing/2017/decorative" val="1"/>
              </a:ext>
            </a:extLst>
          </p:cNvPr>
          <p:cNvPicPr>
            <a:picLocks noChangeAspect="1"/>
          </p:cNvPicPr>
          <p:nvPr userDrawn="1"/>
        </p:nvPicPr>
        <p:blipFill>
          <a:blip r:embed="rId66"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900">
                <a:solidFill>
                  <a:srgbClr val="8B8580"/>
                </a:solidFill>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900">
                <a:solidFill>
                  <a:srgbClr val="8B8580"/>
                </a:solidFill>
              </a:defRPr>
            </a:lvl1pPr>
          </a:lstStyle>
          <a:p>
            <a:r>
              <a:rPr lang="en-US"/>
              <a:t>Copyright © 2021, Oracle and/or its affiliates  |  Confidential: Internal</a:t>
            </a:r>
            <a:endParaRPr lang="en-US" dirty="0"/>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900" smtClean="0">
                <a:solidFill>
                  <a:srgbClr val="8B8580"/>
                </a:solidFill>
              </a:defRPr>
            </a:lvl1pPr>
          </a:lstStyle>
          <a:p>
            <a:r>
              <a:rPr lang="en-US"/>
              <a:t>[Date]</a:t>
            </a:r>
            <a:endParaRPr lang="en-US" dirty="0"/>
          </a:p>
        </p:txBody>
      </p:sp>
      <p:sp>
        <p:nvSpPr>
          <p:cNvPr id="6" name="TextBox 5">
            <a:extLst>
              <a:ext uri="{FF2B5EF4-FFF2-40B4-BE49-F238E27FC236}">
                <a16:creationId xmlns:a16="http://schemas.microsoft.com/office/drawing/2014/main" id="{05803822-C48D-38A3-FAB0-C60D5F556158}"/>
              </a:ext>
            </a:extLst>
          </p:cNvPr>
          <p:cNvSpPr txBox="1"/>
          <p:nvPr>
            <p:extLst>
              <p:ext uri="{1162E1C5-73C7-4A58-AE30-91384D911F3F}">
                <p184:classification xmlns:p184="http://schemas.microsoft.com/office/powerpoint/2018/4/main" val="hdr"/>
              </p:ext>
            </p:extLst>
          </p:nvPr>
        </p:nvSpPr>
        <p:spPr>
          <a:xfrm>
            <a:off x="63500" y="63500"/>
            <a:ext cx="270986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Confidential - Oracle Restricted \Employees Only</a:t>
            </a:r>
          </a:p>
        </p:txBody>
      </p:sp>
      <p:sp>
        <p:nvSpPr>
          <p:cNvPr id="7" name="TextBox 6">
            <a:extLst>
              <a:ext uri="{FF2B5EF4-FFF2-40B4-BE49-F238E27FC236}">
                <a16:creationId xmlns:a16="http://schemas.microsoft.com/office/drawing/2014/main" id="{6BF1F366-B4D8-4B45-A1B8-2ABAD4DDD1AD}"/>
              </a:ext>
            </a:extLst>
          </p:cNvPr>
          <p:cNvSpPr txBox="1"/>
          <p:nvPr>
            <p:extLst>
              <p:ext uri="{1162E1C5-73C7-4A58-AE30-91384D911F3F}">
                <p184:classification xmlns:p184="http://schemas.microsoft.com/office/powerpoint/2018/4/main" val="ftr"/>
              </p:ext>
            </p:extLst>
          </p:nvPr>
        </p:nvSpPr>
        <p:spPr>
          <a:xfrm>
            <a:off x="63500" y="6642100"/>
            <a:ext cx="270986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Confidential - Oracle Restricted \Employees Only</a:t>
            </a:r>
          </a:p>
        </p:txBody>
      </p:sp>
    </p:spTree>
    <p:extLst>
      <p:ext uri="{BB962C8B-B14F-4D97-AF65-F5344CB8AC3E}">
        <p14:creationId xmlns:p14="http://schemas.microsoft.com/office/powerpoint/2010/main" val="3632300099"/>
      </p:ext>
    </p:extLst>
  </p:cSld>
  <p:clrMap bg1="lt1" tx1="dk1" bg2="lt2" tx2="dk2" accent1="accent1" accent2="accent2" accent3="accent3" accent4="accent4" accent5="accent5" accent6="accent6" hlink="hlink" folHlink="folHlink"/>
  <p:sldLayoutIdLst>
    <p:sldLayoutId id="2147483746" r:id="rId1"/>
    <p:sldLayoutId id="2147483917" r:id="rId2"/>
    <p:sldLayoutId id="2147483976" r:id="rId3"/>
    <p:sldLayoutId id="2147483928" r:id="rId4"/>
    <p:sldLayoutId id="2147483893" r:id="rId5"/>
    <p:sldLayoutId id="2147483774" r:id="rId6"/>
    <p:sldLayoutId id="2147483978" r:id="rId7"/>
    <p:sldLayoutId id="2147483977" r:id="rId8"/>
    <p:sldLayoutId id="2147483919" r:id="rId9"/>
    <p:sldLayoutId id="2147483922" r:id="rId10"/>
    <p:sldLayoutId id="2147483929" r:id="rId11"/>
    <p:sldLayoutId id="2147483920" r:id="rId12"/>
    <p:sldLayoutId id="2147483930" r:id="rId13"/>
    <p:sldLayoutId id="2147483931" r:id="rId14"/>
    <p:sldLayoutId id="2147483932" r:id="rId15"/>
    <p:sldLayoutId id="2147483936" r:id="rId16"/>
    <p:sldLayoutId id="2147483937" r:id="rId17"/>
    <p:sldLayoutId id="2147483933" r:id="rId18"/>
    <p:sldLayoutId id="2147483935" r:id="rId19"/>
    <p:sldLayoutId id="2147483938" r:id="rId20"/>
    <p:sldLayoutId id="2147483939" r:id="rId21"/>
    <p:sldLayoutId id="2147483761" r:id="rId22"/>
    <p:sldLayoutId id="2147483940" r:id="rId23"/>
    <p:sldLayoutId id="2147483969" r:id="rId24"/>
    <p:sldLayoutId id="2147483970" r:id="rId25"/>
    <p:sldLayoutId id="2147483974" r:id="rId26"/>
    <p:sldLayoutId id="2147483975" r:id="rId27"/>
    <p:sldLayoutId id="2147483781" r:id="rId28"/>
    <p:sldLayoutId id="2147483941" r:id="rId29"/>
    <p:sldLayoutId id="2147483756" r:id="rId30"/>
    <p:sldLayoutId id="2147483914" r:id="rId31"/>
    <p:sldLayoutId id="2147483754" r:id="rId32"/>
    <p:sldLayoutId id="2147483915" r:id="rId33"/>
    <p:sldLayoutId id="2147483778" r:id="rId34"/>
    <p:sldLayoutId id="2147483982" r:id="rId35"/>
    <p:sldLayoutId id="2147483981" r:id="rId36"/>
    <p:sldLayoutId id="2147483980" r:id="rId37"/>
    <p:sldLayoutId id="2147483979" r:id="rId38"/>
    <p:sldLayoutId id="2147483916" r:id="rId39"/>
    <p:sldLayoutId id="2147483762" r:id="rId40"/>
    <p:sldLayoutId id="2147483942" r:id="rId41"/>
    <p:sldLayoutId id="2147483766" r:id="rId42"/>
    <p:sldLayoutId id="2147483894" r:id="rId43"/>
    <p:sldLayoutId id="2147483769" r:id="rId44"/>
    <p:sldLayoutId id="2147483895" r:id="rId45"/>
    <p:sldLayoutId id="2147483768" r:id="rId46"/>
    <p:sldLayoutId id="2147483897" r:id="rId47"/>
    <p:sldLayoutId id="2147483898" r:id="rId48"/>
    <p:sldLayoutId id="2147483905" r:id="rId49"/>
    <p:sldLayoutId id="2147483749" r:id="rId50"/>
    <p:sldLayoutId id="2147483908" r:id="rId51"/>
    <p:sldLayoutId id="2147483751" r:id="rId52"/>
    <p:sldLayoutId id="2147483945" r:id="rId53"/>
    <p:sldLayoutId id="2147483752" r:id="rId54"/>
    <p:sldLayoutId id="2147483912" r:id="rId55"/>
    <p:sldLayoutId id="2147483763" r:id="rId56"/>
    <p:sldLayoutId id="2147483943" r:id="rId57"/>
    <p:sldLayoutId id="2147483744" r:id="rId58"/>
    <p:sldLayoutId id="2147483944" r:id="rId59"/>
    <p:sldLayoutId id="2147483742" r:id="rId60"/>
    <p:sldLayoutId id="2147483972" r:id="rId61"/>
    <p:sldLayoutId id="2147483973" r:id="rId62"/>
    <p:sldLayoutId id="2147483983" r:id="rId63"/>
    <p:sldLayoutId id="2147483984" r:id="rId6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800" b="0" i="0" kern="1200">
          <a:solidFill>
            <a:schemeClr val="tx1"/>
          </a:solidFill>
          <a:latin typeface="+mn-lt"/>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800" b="0" i="0" kern="1200">
          <a:solidFill>
            <a:schemeClr val="tx1"/>
          </a:solidFill>
          <a:latin typeface="+mn-lt"/>
          <a:ea typeface="+mn-ea"/>
          <a:cs typeface="Oracle Sans Tab"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kern="1200">
          <a:solidFill>
            <a:schemeClr val="tx1"/>
          </a:solidFill>
          <a:latin typeface="Oracle Sans Tab Light" panose="020B0403020204020204" pitchFamily="34" charset="0"/>
          <a:ea typeface="+mn-ea"/>
          <a:cs typeface="Oracle Sans Tab Light" panose="020B04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400" kern="1200">
          <a:solidFill>
            <a:schemeClr val="tx1"/>
          </a:solidFill>
          <a:latin typeface="Oracle Sans Tab Light" panose="020B0403020204020204" pitchFamily="34" charset="0"/>
          <a:ea typeface="+mn-ea"/>
          <a:cs typeface="Oracle Sans Tab Light" panose="020B04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200" kern="1200">
          <a:solidFill>
            <a:schemeClr val="tx1"/>
          </a:solidFill>
          <a:latin typeface="Oracle Sans Tab Light" panose="020B0403020204020204" pitchFamily="34" charset="0"/>
          <a:ea typeface="+mn-ea"/>
          <a:cs typeface="Oracle Sans Tab Light" panose="020B04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6pPr>
      <a:lvl7pPr marL="1280160" indent="-182880" algn="l" defTabSz="914400" rtl="0" eaLnBrk="1" latinLnBrk="0" hangingPunct="1">
        <a:lnSpc>
          <a:spcPct val="95000"/>
        </a:lnSpc>
        <a:spcBef>
          <a:spcPts val="400"/>
        </a:spcBef>
        <a:spcAft>
          <a:spcPts val="0"/>
        </a:spcAft>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1008" userDrawn="1">
          <p15:clr>
            <a:srgbClr val="F26B43"/>
          </p15:clr>
        </p15:guide>
        <p15:guide id="4" orient="horz" pos="3852" userDrawn="1">
          <p15:clr>
            <a:srgbClr val="F26B43"/>
          </p15:clr>
        </p15:guide>
        <p15:guide id="5" pos="480" userDrawn="1">
          <p15:clr>
            <a:srgbClr val="F26B43"/>
          </p15:clr>
        </p15:guide>
        <p15:guide id="6" orient="horz" pos="795" userDrawn="1">
          <p15:clr>
            <a:srgbClr val="F26B43"/>
          </p15:clr>
        </p15:guide>
        <p15:guide id="7" orient="horz" pos="590" userDrawn="1">
          <p15:clr>
            <a:srgbClr val="F26B43"/>
          </p15:clr>
        </p15:guide>
        <p15:guide id="8" pos="721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3453B-EFD8-5FC7-03F7-1F4496657E65}"/>
              </a:ext>
            </a:extLst>
          </p:cNvPr>
          <p:cNvSpPr>
            <a:spLocks noGrp="1"/>
          </p:cNvSpPr>
          <p:nvPr>
            <p:ph type="ctrTitle"/>
          </p:nvPr>
        </p:nvSpPr>
        <p:spPr/>
        <p:txBody>
          <a:bodyPr/>
          <a:lstStyle/>
          <a:p>
            <a:pPr>
              <a:lnSpc>
                <a:spcPct val="100000"/>
              </a:lnSpc>
            </a:pPr>
            <a:r>
              <a:rPr lang="en-IN" dirty="0"/>
              <a:t>Oracle Code Assist (OCA) Hackathon 2026</a:t>
            </a:r>
            <a:br>
              <a:rPr lang="en-IN" dirty="0"/>
            </a:br>
            <a:r>
              <a:rPr lang="en-IN" sz="2000" b="1" dirty="0"/>
              <a:t>Oracle CSS Innovation Studios</a:t>
            </a:r>
            <a:br>
              <a:rPr lang="en-IN" dirty="0"/>
            </a:br>
            <a:endParaRPr lang="en-US" sz="2000" dirty="0"/>
          </a:p>
        </p:txBody>
      </p:sp>
      <p:sp>
        <p:nvSpPr>
          <p:cNvPr id="3" name="Text Placeholder 2">
            <a:extLst>
              <a:ext uri="{FF2B5EF4-FFF2-40B4-BE49-F238E27FC236}">
                <a16:creationId xmlns:a16="http://schemas.microsoft.com/office/drawing/2014/main" id="{BC9741E0-095C-971C-BEC9-2C522F0E1F06}"/>
              </a:ext>
            </a:extLst>
          </p:cNvPr>
          <p:cNvSpPr>
            <a:spLocks noGrp="1"/>
          </p:cNvSpPr>
          <p:nvPr>
            <p:ph type="body" sz="quarter" idx="33"/>
          </p:nvPr>
        </p:nvSpPr>
        <p:spPr/>
        <p:txBody>
          <a:bodyPr/>
          <a:lstStyle/>
          <a:p>
            <a:r>
              <a:rPr lang="en-US" dirty="0"/>
              <a:t>Oracle Developer Twin (ODT)</a:t>
            </a:r>
          </a:p>
        </p:txBody>
      </p:sp>
      <p:sp>
        <p:nvSpPr>
          <p:cNvPr id="4" name="Text Placeholder 3">
            <a:extLst>
              <a:ext uri="{FF2B5EF4-FFF2-40B4-BE49-F238E27FC236}">
                <a16:creationId xmlns:a16="http://schemas.microsoft.com/office/drawing/2014/main" id="{187DE8AA-FF01-4C66-0848-8E6BE2545B45}"/>
              </a:ext>
            </a:extLst>
          </p:cNvPr>
          <p:cNvSpPr>
            <a:spLocks noGrp="1"/>
          </p:cNvSpPr>
          <p:nvPr>
            <p:ph type="body" sz="quarter" idx="35"/>
          </p:nvPr>
        </p:nvSpPr>
        <p:spPr/>
        <p:txBody>
          <a:bodyPr/>
          <a:lstStyle/>
          <a:p>
            <a:r>
              <a:rPr lang="en-US" dirty="0"/>
              <a:t>Individual Submission: OCA-2026-32960</a:t>
            </a:r>
          </a:p>
          <a:p>
            <a:endParaRPr lang="en-US" dirty="0"/>
          </a:p>
          <a:p>
            <a:endParaRPr lang="en-US" dirty="0"/>
          </a:p>
        </p:txBody>
      </p:sp>
      <p:sp>
        <p:nvSpPr>
          <p:cNvPr id="5" name="Text Placeholder 4">
            <a:extLst>
              <a:ext uri="{FF2B5EF4-FFF2-40B4-BE49-F238E27FC236}">
                <a16:creationId xmlns:a16="http://schemas.microsoft.com/office/drawing/2014/main" id="{F631E3D4-4D3A-F4EE-8086-666E7370E285}"/>
              </a:ext>
            </a:extLst>
          </p:cNvPr>
          <p:cNvSpPr>
            <a:spLocks noGrp="1"/>
          </p:cNvSpPr>
          <p:nvPr>
            <p:ph type="body" sz="quarter" idx="34"/>
          </p:nvPr>
        </p:nvSpPr>
        <p:spPr/>
        <p:txBody>
          <a:bodyPr/>
          <a:lstStyle/>
          <a:p>
            <a:r>
              <a:rPr lang="en-US" dirty="0"/>
              <a:t>Vijay N</a:t>
            </a:r>
            <a:br>
              <a:rPr lang="en-US" dirty="0"/>
            </a:br>
            <a:r>
              <a:rPr lang="en-US" dirty="0"/>
              <a:t>vijay.n@oracle.com</a:t>
            </a:r>
          </a:p>
          <a:p>
            <a:endParaRPr lang="en-US" dirty="0"/>
          </a:p>
        </p:txBody>
      </p:sp>
      <p:sp>
        <p:nvSpPr>
          <p:cNvPr id="10" name="Text Placeholder 3">
            <a:extLst>
              <a:ext uri="{FF2B5EF4-FFF2-40B4-BE49-F238E27FC236}">
                <a16:creationId xmlns:a16="http://schemas.microsoft.com/office/drawing/2014/main" id="{14AB37BF-F6D4-C5FF-0EBC-E71D1A476985}"/>
              </a:ext>
            </a:extLst>
          </p:cNvPr>
          <p:cNvSpPr txBox="1">
            <a:spLocks/>
          </p:cNvSpPr>
          <p:nvPr/>
        </p:nvSpPr>
        <p:spPr>
          <a:xfrm>
            <a:off x="1018030" y="3932102"/>
            <a:ext cx="6328701" cy="266291"/>
          </a:xfrm>
          <a:prstGeom prst="rect">
            <a:avLst/>
          </a:prstGeom>
          <a:noFill/>
        </p:spPr>
        <p:txBody>
          <a:bodyPr vert="horz" lIns="0" tIns="0" rIns="0" bIns="0" rtlCol="0">
            <a:noAutofit/>
          </a:bodyPr>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800" b="1" i="0" kern="1200">
                <a:solidFill>
                  <a:schemeClr val="tx1"/>
                </a:solidFill>
                <a:latin typeface="+mn-lt"/>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800" b="0" i="0" kern="1200">
                <a:solidFill>
                  <a:schemeClr val="tx1"/>
                </a:solidFill>
                <a:latin typeface="+mn-lt"/>
                <a:ea typeface="+mn-ea"/>
                <a:cs typeface="Oracle Sans Tab"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kern="1200">
                <a:solidFill>
                  <a:schemeClr val="tx1"/>
                </a:solidFill>
                <a:latin typeface="Oracle Sans Tab Light" panose="020B0403020204020204" pitchFamily="34" charset="0"/>
                <a:ea typeface="+mn-ea"/>
                <a:cs typeface="Oracle Sans Tab Light" panose="020B04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400" kern="1200">
                <a:solidFill>
                  <a:schemeClr val="tx1"/>
                </a:solidFill>
                <a:latin typeface="Oracle Sans Tab Light" panose="020B0403020204020204" pitchFamily="34" charset="0"/>
                <a:ea typeface="+mn-ea"/>
                <a:cs typeface="Oracle Sans Tab Light" panose="020B04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200" kern="1200">
                <a:solidFill>
                  <a:schemeClr val="tx1"/>
                </a:solidFill>
                <a:latin typeface="Oracle Sans Tab Light" panose="020B0403020204020204" pitchFamily="34" charset="0"/>
                <a:ea typeface="+mn-ea"/>
                <a:cs typeface="Oracle Sans Tab Light" panose="020B04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6pPr>
            <a:lvl7pPr marL="1280160" indent="-182880" algn="l" defTabSz="914400" rtl="0" eaLnBrk="1" latinLnBrk="0" hangingPunct="1">
              <a:lnSpc>
                <a:spcPct val="95000"/>
              </a:lnSpc>
              <a:spcBef>
                <a:spcPts val="400"/>
              </a:spcBef>
              <a:spcAft>
                <a:spcPts val="0"/>
              </a:spcAft>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0" dirty="0">
                <a:solidFill>
                  <a:srgbClr val="AE562C"/>
                </a:solidFill>
              </a:rPr>
              <a:t>Submission Category: Engineering Productivity</a:t>
            </a:r>
          </a:p>
        </p:txBody>
      </p:sp>
      <p:pic>
        <p:nvPicPr>
          <p:cNvPr id="8" name="Picture 7">
            <a:extLst>
              <a:ext uri="{FF2B5EF4-FFF2-40B4-BE49-F238E27FC236}">
                <a16:creationId xmlns:a16="http://schemas.microsoft.com/office/drawing/2014/main" id="{4314DC0F-C656-FB6F-9CFF-291B82500B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9810" y="3118290"/>
            <a:ext cx="2854610" cy="2854610"/>
          </a:xfrm>
          <a:prstGeom prst="rect">
            <a:avLst/>
          </a:prstGeom>
        </p:spPr>
      </p:pic>
      <p:sp>
        <p:nvSpPr>
          <p:cNvPr id="9" name="TextBox 8">
            <a:extLst>
              <a:ext uri="{FF2B5EF4-FFF2-40B4-BE49-F238E27FC236}">
                <a16:creationId xmlns:a16="http://schemas.microsoft.com/office/drawing/2014/main" id="{16223455-11BE-E13F-BE30-DCD30B1DC84B}"/>
              </a:ext>
            </a:extLst>
          </p:cNvPr>
          <p:cNvSpPr txBox="1"/>
          <p:nvPr/>
        </p:nvSpPr>
        <p:spPr>
          <a:xfrm>
            <a:off x="9814560" y="168908"/>
            <a:ext cx="2539720" cy="923330"/>
          </a:xfrm>
          <a:prstGeom prst="rect">
            <a:avLst/>
          </a:prstGeom>
          <a:noFill/>
        </p:spPr>
        <p:txBody>
          <a:bodyPr wrap="square">
            <a:spAutoFit/>
          </a:bodyPr>
          <a:lstStyle/>
          <a:p>
            <a:r>
              <a:rPr lang="en-US" sz="1800" dirty="0"/>
              <a:t>Governed Digital Worker for Software Delivery</a:t>
            </a:r>
            <a:endParaRPr lang="en-US" dirty="0"/>
          </a:p>
        </p:txBody>
      </p:sp>
      <p:sp>
        <p:nvSpPr>
          <p:cNvPr id="7" name="Slide Number Placeholder 6">
            <a:extLst>
              <a:ext uri="{FF2B5EF4-FFF2-40B4-BE49-F238E27FC236}">
                <a16:creationId xmlns:a16="http://schemas.microsoft.com/office/drawing/2014/main" id="{85CB9B3E-F43D-210B-FFCB-7BED4C622073}"/>
              </a:ext>
            </a:extLst>
          </p:cNvPr>
          <p:cNvSpPr txBox="1">
            <a:spLocks/>
          </p:cNvSpPr>
          <p:nvPr/>
        </p:nvSpPr>
        <p:spPr>
          <a:xfrm>
            <a:off x="762000" y="6423660"/>
            <a:ext cx="365760" cy="365760"/>
          </a:xfrm>
          <a:prstGeom prst="rect">
            <a:avLst/>
          </a:prstGeom>
        </p:spPr>
        <p:txBody>
          <a:bodyPr vert="horz" lIns="0" tIns="0" rIns="0" bIns="0" rtlCol="0" anchor="ctr"/>
          <a:lstStyle>
            <a:defPPr>
              <a:defRPr lang="en-US"/>
            </a:defPPr>
            <a:lvl1pPr marL="0" algn="l" defTabSz="914400" rtl="0" eaLnBrk="1" latinLnBrk="0" hangingPunct="1">
              <a:defRPr sz="900" kern="1200">
                <a:solidFill>
                  <a:srgbClr val="8B858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45D60D9-5372-5F40-9443-0F9AE5BDC3C8}" type="slidenum">
              <a:rPr lang="en-US" smtClean="0"/>
              <a:pPr/>
              <a:t>1</a:t>
            </a:fld>
            <a:endParaRPr lang="en-US" dirty="0"/>
          </a:p>
        </p:txBody>
      </p:sp>
    </p:spTree>
    <p:extLst>
      <p:ext uri="{BB962C8B-B14F-4D97-AF65-F5344CB8AC3E}">
        <p14:creationId xmlns:p14="http://schemas.microsoft.com/office/powerpoint/2010/main" val="2765773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2C38EA8-9123-4F3C-15A0-29446CAC0196}"/>
              </a:ext>
            </a:extLst>
          </p:cNvPr>
          <p:cNvSpPr>
            <a:spLocks noGrp="1"/>
          </p:cNvSpPr>
          <p:nvPr>
            <p:ph type="title"/>
          </p:nvPr>
        </p:nvSpPr>
        <p:spPr>
          <a:xfrm>
            <a:off x="264472" y="304865"/>
            <a:ext cx="11168576" cy="350249"/>
          </a:xfrm>
        </p:spPr>
        <p:txBody>
          <a:bodyPr/>
          <a:lstStyle/>
          <a:p>
            <a:r>
              <a:rPr lang="en-US" dirty="0"/>
              <a:t>Oracle Developer Twin (ODT)</a:t>
            </a:r>
          </a:p>
        </p:txBody>
      </p:sp>
      <p:sp>
        <p:nvSpPr>
          <p:cNvPr id="8" name="Rectangle 7">
            <a:extLst>
              <a:ext uri="{FF2B5EF4-FFF2-40B4-BE49-F238E27FC236}">
                <a16:creationId xmlns:a16="http://schemas.microsoft.com/office/drawing/2014/main" id="{EC12C7E3-8700-0761-6D88-982FB11AFF9A}"/>
              </a:ext>
            </a:extLst>
          </p:cNvPr>
          <p:cNvSpPr/>
          <p:nvPr/>
        </p:nvSpPr>
        <p:spPr>
          <a:xfrm>
            <a:off x="264472" y="657145"/>
            <a:ext cx="7203128" cy="2697649"/>
          </a:xfrm>
          <a:prstGeom prst="rect">
            <a:avLst/>
          </a:prstGeom>
          <a:solidFill>
            <a:schemeClr val="bg1">
              <a:lumMod val="95000"/>
              <a:alpha val="40000"/>
            </a:schemeClr>
          </a:solidFill>
          <a:ln w="19050">
            <a:solidFill>
              <a:schemeClr val="bg1">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500" b="1" dirty="0">
                <a:solidFill>
                  <a:schemeClr val="tx1"/>
                </a:solidFill>
              </a:rPr>
              <a:t>Problem Statement:</a:t>
            </a:r>
            <a:br>
              <a:rPr lang="en-US" sz="1600" b="1" dirty="0">
                <a:solidFill>
                  <a:schemeClr val="tx1"/>
                </a:solidFill>
              </a:rPr>
            </a:br>
            <a:r>
              <a:rPr lang="en-US" sz="1500" dirty="0">
                <a:solidFill>
                  <a:schemeClr val="tx1"/>
                </a:solidFill>
              </a:rPr>
              <a:t>Developers spend significant time translating tickets into engineering action</a:t>
            </a:r>
            <a:endParaRPr lang="en-US" sz="1500" b="1" dirty="0">
              <a:solidFill>
                <a:schemeClr val="tx1"/>
              </a:solidFill>
            </a:endParaRPr>
          </a:p>
          <a:p>
            <a:pPr marL="285750" indent="-285750">
              <a:buFont typeface="Arial" panose="020B0604020202020204" pitchFamily="34" charset="0"/>
              <a:buChar char="•"/>
            </a:pPr>
            <a:r>
              <a:rPr lang="en-US" sz="1500" dirty="0">
                <a:solidFill>
                  <a:schemeClr val="tx1"/>
                </a:solidFill>
              </a:rPr>
              <a:t>understanding requirements</a:t>
            </a:r>
          </a:p>
          <a:p>
            <a:pPr marL="285750" indent="-285750">
              <a:buFont typeface="Arial" panose="020B0604020202020204" pitchFamily="34" charset="0"/>
              <a:buChar char="•"/>
            </a:pPr>
            <a:r>
              <a:rPr lang="en-US" sz="1500" dirty="0">
                <a:solidFill>
                  <a:schemeClr val="tx1"/>
                </a:solidFill>
              </a:rPr>
              <a:t>finding impacted code files</a:t>
            </a:r>
          </a:p>
          <a:p>
            <a:pPr marL="285750" indent="-285750">
              <a:buFont typeface="Arial" panose="020B0604020202020204" pitchFamily="34" charset="0"/>
              <a:buChar char="•"/>
            </a:pPr>
            <a:r>
              <a:rPr lang="en-US" sz="1500" dirty="0">
                <a:solidFill>
                  <a:schemeClr val="tx1"/>
                </a:solidFill>
              </a:rPr>
              <a:t>planning changes</a:t>
            </a:r>
          </a:p>
          <a:p>
            <a:pPr marL="285750" indent="-285750">
              <a:buFont typeface="Arial" panose="020B0604020202020204" pitchFamily="34" charset="0"/>
              <a:buChar char="•"/>
            </a:pPr>
            <a:r>
              <a:rPr lang="en-US" sz="1500" dirty="0">
                <a:solidFill>
                  <a:schemeClr val="tx1"/>
                </a:solidFill>
              </a:rPr>
              <a:t>identifying regression areas</a:t>
            </a:r>
          </a:p>
          <a:p>
            <a:pPr marL="285750" indent="-285750">
              <a:buFont typeface="Arial" panose="020B0604020202020204" pitchFamily="34" charset="0"/>
              <a:buChar char="•"/>
            </a:pPr>
            <a:r>
              <a:rPr lang="en-US" sz="1500" dirty="0">
                <a:solidFill>
                  <a:schemeClr val="tx1"/>
                </a:solidFill>
              </a:rPr>
              <a:t>remembering VPAT/WCAG and keyboard rules as per guidelines</a:t>
            </a:r>
          </a:p>
          <a:p>
            <a:pPr marL="285750" indent="-285750">
              <a:buFont typeface="Arial" panose="020B0604020202020204" pitchFamily="34" charset="0"/>
              <a:buChar char="•"/>
            </a:pPr>
            <a:r>
              <a:rPr lang="en-US" sz="1500" dirty="0">
                <a:solidFill>
                  <a:schemeClr val="tx1"/>
                </a:solidFill>
              </a:rPr>
              <a:t>preparing prompts for coding assistants</a:t>
            </a:r>
            <a:br>
              <a:rPr lang="en-US" sz="1600" dirty="0">
                <a:solidFill>
                  <a:schemeClr val="tx1"/>
                </a:solidFill>
              </a:rPr>
            </a:br>
            <a:endParaRPr lang="en-US" sz="1600" dirty="0">
              <a:solidFill>
                <a:schemeClr val="tx1"/>
              </a:solidFill>
            </a:endParaRPr>
          </a:p>
          <a:p>
            <a:r>
              <a:rPr lang="en-US" sz="1400" dirty="0">
                <a:solidFill>
                  <a:schemeClr val="tx1"/>
                </a:solidFill>
              </a:rPr>
              <a:t>That orchestration work is repetitive, hard to standardize, and easy to miss under delivery pressure.</a:t>
            </a:r>
          </a:p>
          <a:p>
            <a:br>
              <a:rPr lang="en-US" sz="1600" b="1" dirty="0">
                <a:solidFill>
                  <a:schemeClr val="tx1"/>
                </a:solidFill>
              </a:rPr>
            </a:br>
            <a:endParaRPr lang="en-US" sz="1600" dirty="0">
              <a:solidFill>
                <a:schemeClr val="tx1"/>
              </a:solidFill>
            </a:endParaRPr>
          </a:p>
        </p:txBody>
      </p:sp>
      <p:sp>
        <p:nvSpPr>
          <p:cNvPr id="9" name="Rectangle 8">
            <a:extLst>
              <a:ext uri="{FF2B5EF4-FFF2-40B4-BE49-F238E27FC236}">
                <a16:creationId xmlns:a16="http://schemas.microsoft.com/office/drawing/2014/main" id="{2261FFC2-D1D7-EEE4-5BB5-D42E6D3FDF3B}"/>
              </a:ext>
            </a:extLst>
          </p:cNvPr>
          <p:cNvSpPr/>
          <p:nvPr/>
        </p:nvSpPr>
        <p:spPr>
          <a:xfrm>
            <a:off x="264472" y="3429000"/>
            <a:ext cx="7203127" cy="3177539"/>
          </a:xfrm>
          <a:prstGeom prst="rect">
            <a:avLst/>
          </a:prstGeom>
          <a:solidFill>
            <a:schemeClr val="bg1">
              <a:lumMod val="95000"/>
              <a:alpha val="40000"/>
            </a:schemeClr>
          </a:solidFill>
          <a:ln w="19050">
            <a:solidFill>
              <a:schemeClr val="bg1">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ts val="1575"/>
              </a:lnSpc>
              <a:spcAft>
                <a:spcPts val="450"/>
              </a:spcAft>
            </a:pPr>
            <a:r>
              <a:rPr lang="en-US" sz="1500" b="1" dirty="0">
                <a:solidFill>
                  <a:schemeClr val="tx1"/>
                </a:solidFill>
              </a:rPr>
              <a:t>Solution – Digital Worker:</a:t>
            </a:r>
            <a:br>
              <a:rPr lang="en-US" sz="1500" b="1" dirty="0">
                <a:solidFill>
                  <a:schemeClr val="tx1"/>
                </a:solidFill>
              </a:rPr>
            </a:br>
            <a:br>
              <a:rPr lang="en-US" sz="1600" b="1" dirty="0">
                <a:solidFill>
                  <a:schemeClr val="tx1"/>
                </a:solidFill>
              </a:rPr>
            </a:br>
            <a:r>
              <a:rPr lang="en-US" sz="1500" i="0" dirty="0">
                <a:solidFill>
                  <a:srgbClr val="1A1C1F"/>
                </a:solidFill>
                <a:effectLst/>
                <a:latin typeface="Oracle Sans" panose="020B0503020204020204" pitchFamily="34" charset="0"/>
                <a:cs typeface="Oracle Sans" panose="020B0503020204020204" pitchFamily="34" charset="0"/>
              </a:rPr>
              <a:t>Oracle Developer Twin automates much of the repetitive preparation work between a ticket and implementation. It helps teams turn a requirement into a clearer action plan, identify likely impacted areas, prepare stronger AI-ready prompts, bring testing and accessibility guidance earlier, and keep human review in control before the work is finalized.</a:t>
            </a:r>
          </a:p>
          <a:p>
            <a:pPr algn="l">
              <a:lnSpc>
                <a:spcPts val="1575"/>
              </a:lnSpc>
              <a:spcAft>
                <a:spcPts val="450"/>
              </a:spcAft>
              <a:buFont typeface="Arial" panose="020B0604020202020204" pitchFamily="34" charset="0"/>
              <a:buChar char="•"/>
            </a:pPr>
            <a:r>
              <a:rPr lang="en-US" sz="1500" b="0" i="0" dirty="0">
                <a:solidFill>
                  <a:srgbClr val="1A1C1F"/>
                </a:solidFill>
                <a:effectLst/>
                <a:latin typeface="Oracle Sans" panose="020B0503020204020204" pitchFamily="34" charset="0"/>
                <a:cs typeface="Oracle Sans" panose="020B0503020204020204" pitchFamily="34" charset="0"/>
              </a:rPr>
              <a:t>   reduces manual ticket-to-code preparation with 7-stage guided planning</a:t>
            </a:r>
          </a:p>
          <a:p>
            <a:pPr algn="l">
              <a:lnSpc>
                <a:spcPts val="1575"/>
              </a:lnSpc>
              <a:spcAft>
                <a:spcPts val="450"/>
              </a:spcAft>
              <a:buFont typeface="Arial" panose="020B0604020202020204" pitchFamily="34" charset="0"/>
              <a:buChar char="•"/>
            </a:pPr>
            <a:r>
              <a:rPr lang="en-US" sz="1500" b="0" i="0" dirty="0">
                <a:solidFill>
                  <a:srgbClr val="1A1C1F"/>
                </a:solidFill>
                <a:effectLst/>
                <a:latin typeface="Oracle Sans" panose="020B0503020204020204" pitchFamily="34" charset="0"/>
                <a:cs typeface="Oracle Sans" panose="020B0503020204020204" pitchFamily="34" charset="0"/>
              </a:rPr>
              <a:t>   highlights likely impact and regression areas and hardens prompts</a:t>
            </a:r>
          </a:p>
          <a:p>
            <a:pPr>
              <a:lnSpc>
                <a:spcPts val="1575"/>
              </a:lnSpc>
              <a:spcAft>
                <a:spcPts val="450"/>
              </a:spcAft>
              <a:buFont typeface="Arial" panose="020B0604020202020204" pitchFamily="34" charset="0"/>
              <a:buChar char="•"/>
            </a:pPr>
            <a:r>
              <a:rPr lang="en-US" sz="1500" b="0" i="0" dirty="0">
                <a:solidFill>
                  <a:srgbClr val="1A1C1F"/>
                </a:solidFill>
                <a:effectLst/>
                <a:latin typeface="Oracle Sans" panose="020B0503020204020204" pitchFamily="34" charset="0"/>
                <a:cs typeface="Oracle Sans" panose="020B0503020204020204" pitchFamily="34" charset="0"/>
              </a:rPr>
              <a:t>   prepares stronger prompts for coding assistants while keeping </a:t>
            </a:r>
            <a:r>
              <a:rPr lang="en-US" sz="1500" dirty="0" err="1">
                <a:solidFill>
                  <a:srgbClr val="1A1C1F"/>
                </a:solidFill>
                <a:latin typeface="Oracle Sans" panose="020B0503020204020204" pitchFamily="34" charset="0"/>
                <a:cs typeface="Oracle Sans" panose="020B0503020204020204" pitchFamily="34" charset="0"/>
              </a:rPr>
              <a:t>devs</a:t>
            </a:r>
            <a:r>
              <a:rPr lang="en-US" sz="1500" dirty="0">
                <a:solidFill>
                  <a:srgbClr val="1A1C1F"/>
                </a:solidFill>
                <a:latin typeface="Oracle Sans" panose="020B0503020204020204" pitchFamily="34" charset="0"/>
                <a:cs typeface="Oracle Sans" panose="020B0503020204020204" pitchFamily="34" charset="0"/>
              </a:rPr>
              <a:t> in control</a:t>
            </a:r>
          </a:p>
          <a:p>
            <a:pPr algn="l">
              <a:lnSpc>
                <a:spcPts val="1575"/>
              </a:lnSpc>
              <a:spcAft>
                <a:spcPts val="450"/>
              </a:spcAft>
              <a:buFont typeface="Arial" panose="020B0604020202020204" pitchFamily="34" charset="0"/>
              <a:buChar char="•"/>
            </a:pPr>
            <a:r>
              <a:rPr lang="en-US" sz="1500" b="0" i="0" dirty="0">
                <a:solidFill>
                  <a:srgbClr val="1A1C1F"/>
                </a:solidFill>
                <a:effectLst/>
                <a:latin typeface="Oracle Sans" panose="020B0503020204020204" pitchFamily="34" charset="0"/>
                <a:cs typeface="Oracle Sans" panose="020B0503020204020204" pitchFamily="34" charset="0"/>
              </a:rPr>
              <a:t>   brings testing and accessibility checks earlier in the flow</a:t>
            </a:r>
          </a:p>
          <a:p>
            <a:pPr algn="l">
              <a:lnSpc>
                <a:spcPts val="1575"/>
              </a:lnSpc>
              <a:spcAft>
                <a:spcPts val="450"/>
              </a:spcAft>
              <a:buFont typeface="Arial" panose="020B0604020202020204" pitchFamily="34" charset="0"/>
              <a:buChar char="•"/>
            </a:pPr>
            <a:r>
              <a:rPr lang="en-US" sz="1500" dirty="0">
                <a:solidFill>
                  <a:srgbClr val="1A1C1F"/>
                </a:solidFill>
                <a:latin typeface="Oracle Sans" panose="020B0503020204020204" pitchFamily="34" charset="0"/>
                <a:cs typeface="Oracle Sans" panose="020B0503020204020204" pitchFamily="34" charset="0"/>
              </a:rPr>
              <a:t>   k</a:t>
            </a:r>
            <a:r>
              <a:rPr lang="en-US" sz="1500" b="0" i="0" dirty="0">
                <a:solidFill>
                  <a:srgbClr val="1A1C1F"/>
                </a:solidFill>
                <a:effectLst/>
                <a:latin typeface="Oracle Sans" panose="020B0503020204020204" pitchFamily="34" charset="0"/>
                <a:cs typeface="Oracle Sans" panose="020B0503020204020204" pitchFamily="34" charset="0"/>
              </a:rPr>
              <a:t>eeps human approval in the final decision</a:t>
            </a:r>
          </a:p>
          <a:p>
            <a:pPr>
              <a:lnSpc>
                <a:spcPct val="90000"/>
              </a:lnSpc>
            </a:pPr>
            <a:endParaRPr lang="en-US" sz="1400" dirty="0">
              <a:solidFill>
                <a:schemeClr val="tx1"/>
              </a:solidFill>
            </a:endParaRPr>
          </a:p>
        </p:txBody>
      </p:sp>
      <p:sp>
        <p:nvSpPr>
          <p:cNvPr id="10" name="Rectangle 9">
            <a:extLst>
              <a:ext uri="{FF2B5EF4-FFF2-40B4-BE49-F238E27FC236}">
                <a16:creationId xmlns:a16="http://schemas.microsoft.com/office/drawing/2014/main" id="{E06FAF0C-F4F0-C4B0-8F2C-E4B185FB919A}"/>
              </a:ext>
            </a:extLst>
          </p:cNvPr>
          <p:cNvSpPr/>
          <p:nvPr/>
        </p:nvSpPr>
        <p:spPr>
          <a:xfrm>
            <a:off x="7578437" y="3429000"/>
            <a:ext cx="4342216" cy="3124134"/>
          </a:xfrm>
          <a:prstGeom prst="rect">
            <a:avLst/>
          </a:prstGeom>
          <a:solidFill>
            <a:schemeClr val="bg1">
              <a:lumMod val="95000"/>
              <a:alpha val="40000"/>
            </a:schemeClr>
          </a:solidFill>
          <a:ln w="19050">
            <a:solidFill>
              <a:schemeClr val="bg1">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pPr>
            <a:r>
              <a:rPr lang="en-US" sz="1500" b="1" dirty="0">
                <a:solidFill>
                  <a:schemeClr val="tx1"/>
                </a:solidFill>
              </a:rPr>
              <a:t>   Expected Outcomes or Improvements</a:t>
            </a:r>
            <a:br>
              <a:rPr lang="en-US" sz="1600" b="1" dirty="0">
                <a:solidFill>
                  <a:schemeClr val="tx1"/>
                </a:solidFill>
              </a:rPr>
            </a:br>
            <a:endParaRPr lang="en-US" sz="1600" dirty="0">
              <a:solidFill>
                <a:schemeClr val="tx1"/>
              </a:solidFill>
            </a:endParaRPr>
          </a:p>
          <a:p>
            <a:pPr marL="285750" indent="-285750">
              <a:lnSpc>
                <a:spcPct val="90000"/>
              </a:lnSpc>
              <a:buFontTx/>
              <a:buChar char="•"/>
            </a:pPr>
            <a:r>
              <a:rPr lang="en-US" sz="1500" b="1" dirty="0">
                <a:solidFill>
                  <a:schemeClr val="tx1"/>
                </a:solidFill>
              </a:rPr>
              <a:t>Impact: </a:t>
            </a:r>
            <a:r>
              <a:rPr lang="en-US" sz="1500" dirty="0">
                <a:solidFill>
                  <a:schemeClr val="tx1"/>
                </a:solidFill>
              </a:rPr>
              <a:t>clearer requirement-to-action flow, earlier visibility into impact and accessibility, and stronger human-reviewed AI handoff.</a:t>
            </a:r>
            <a:br>
              <a:rPr lang="en-US" sz="1500" dirty="0">
                <a:solidFill>
                  <a:schemeClr val="tx1"/>
                </a:solidFill>
              </a:rPr>
            </a:br>
            <a:endParaRPr lang="en-US" sz="1500" dirty="0">
              <a:solidFill>
                <a:schemeClr val="tx1"/>
              </a:solidFill>
            </a:endParaRPr>
          </a:p>
          <a:p>
            <a:pPr marL="285750" indent="-285750">
              <a:lnSpc>
                <a:spcPct val="90000"/>
              </a:lnSpc>
              <a:buFontTx/>
              <a:buChar char="•"/>
            </a:pPr>
            <a:r>
              <a:rPr lang="en-US" sz="1500" b="1" dirty="0">
                <a:solidFill>
                  <a:schemeClr val="tx1"/>
                </a:solidFill>
              </a:rPr>
              <a:t>Measurable KPIs: </a:t>
            </a:r>
            <a:r>
              <a:rPr lang="en-US" sz="1500" dirty="0">
                <a:solidFill>
                  <a:schemeClr val="tx1"/>
                </a:solidFill>
              </a:rPr>
              <a:t>reduced planning prep time, faster implementation handoff, increased review-ready artifact coverage, earlier accessibility visibility, and less repetitive support work.</a:t>
            </a:r>
          </a:p>
        </p:txBody>
      </p:sp>
      <p:sp>
        <p:nvSpPr>
          <p:cNvPr id="11" name="Rectangle 10">
            <a:extLst>
              <a:ext uri="{FF2B5EF4-FFF2-40B4-BE49-F238E27FC236}">
                <a16:creationId xmlns:a16="http://schemas.microsoft.com/office/drawing/2014/main" id="{42D9BF8A-826F-B2CA-6452-84C67A642710}"/>
              </a:ext>
            </a:extLst>
          </p:cNvPr>
          <p:cNvSpPr/>
          <p:nvPr/>
        </p:nvSpPr>
        <p:spPr>
          <a:xfrm>
            <a:off x="7578437" y="655114"/>
            <a:ext cx="4451799" cy="2697649"/>
          </a:xfrm>
          <a:prstGeom prst="rect">
            <a:avLst/>
          </a:prstGeom>
          <a:solidFill>
            <a:schemeClr val="bg1">
              <a:lumMod val="95000"/>
              <a:alpha val="40000"/>
            </a:schemeClr>
          </a:solidFill>
          <a:ln w="19050">
            <a:solidFill>
              <a:schemeClr val="bg1">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pPr>
            <a:r>
              <a:rPr lang="en-US" sz="1500" b="1" dirty="0">
                <a:solidFill>
                  <a:schemeClr val="tx1"/>
                </a:solidFill>
              </a:rPr>
              <a:t>Who faces this problem?</a:t>
            </a:r>
            <a:br>
              <a:rPr lang="en-US" sz="1600" b="1" dirty="0">
                <a:solidFill>
                  <a:schemeClr val="tx1"/>
                </a:solidFill>
              </a:rPr>
            </a:br>
            <a:endParaRPr lang="en-US" sz="1600" b="1" dirty="0">
              <a:solidFill>
                <a:schemeClr val="tx1"/>
              </a:solidFill>
            </a:endParaRPr>
          </a:p>
          <a:p>
            <a:pPr marL="285750" indent="-285750">
              <a:lnSpc>
                <a:spcPct val="90000"/>
              </a:lnSpc>
              <a:buFont typeface="Arial" panose="020B0604020202020204" pitchFamily="34" charset="0"/>
              <a:buChar char="•"/>
            </a:pPr>
            <a:r>
              <a:rPr lang="en-US" sz="1500" dirty="0">
                <a:solidFill>
                  <a:schemeClr val="tx1"/>
                </a:solidFill>
              </a:rPr>
              <a:t>Developers, tech leads, reviewers, delivery managers, and software delivery teams</a:t>
            </a:r>
            <a:r>
              <a:rPr lang="en-US" sz="1600" dirty="0">
                <a:solidFill>
                  <a:schemeClr val="tx1"/>
                </a:solidFill>
              </a:rPr>
              <a:t>.</a:t>
            </a:r>
          </a:p>
        </p:txBody>
      </p:sp>
      <p:sp>
        <p:nvSpPr>
          <p:cNvPr id="2" name="Slide Number Placeholder 6">
            <a:extLst>
              <a:ext uri="{FF2B5EF4-FFF2-40B4-BE49-F238E27FC236}">
                <a16:creationId xmlns:a16="http://schemas.microsoft.com/office/drawing/2014/main" id="{B011AD75-D888-80EA-DB87-09B03AD25BF3}"/>
              </a:ext>
            </a:extLst>
          </p:cNvPr>
          <p:cNvSpPr txBox="1">
            <a:spLocks/>
          </p:cNvSpPr>
          <p:nvPr/>
        </p:nvSpPr>
        <p:spPr>
          <a:xfrm>
            <a:off x="762000" y="6423660"/>
            <a:ext cx="365760" cy="365760"/>
          </a:xfrm>
          <a:prstGeom prst="rect">
            <a:avLst/>
          </a:prstGeom>
        </p:spPr>
        <p:txBody>
          <a:bodyPr vert="horz" lIns="0" tIns="0" rIns="0" bIns="0" rtlCol="0" anchor="ctr"/>
          <a:lstStyle>
            <a:defPPr>
              <a:defRPr lang="en-US"/>
            </a:defPPr>
            <a:lvl1pPr marL="0" algn="l" defTabSz="914400" rtl="0" eaLnBrk="1" latinLnBrk="0" hangingPunct="1">
              <a:defRPr sz="900" kern="1200">
                <a:solidFill>
                  <a:srgbClr val="8B858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45D60D9-5372-5F40-9443-0F9AE5BDC3C8}" type="slidenum">
              <a:rPr lang="en-US" smtClean="0"/>
              <a:pPr/>
              <a:t>2</a:t>
            </a:fld>
            <a:endParaRPr lang="en-US" dirty="0"/>
          </a:p>
        </p:txBody>
      </p:sp>
    </p:spTree>
    <p:extLst>
      <p:ext uri="{BB962C8B-B14F-4D97-AF65-F5344CB8AC3E}">
        <p14:creationId xmlns:p14="http://schemas.microsoft.com/office/powerpoint/2010/main" val="29625285"/>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4BB91-2ABF-1439-18AC-BD02C4921A79}"/>
            </a:ext>
          </a:extLst>
        </p:cNvPr>
        <p:cNvGrpSpPr/>
        <p:nvPr/>
      </p:nvGrpSpPr>
      <p:grpSpPr>
        <a:xfrm>
          <a:off x="0" y="0"/>
          <a:ext cx="0" cy="0"/>
          <a:chOff x="0" y="0"/>
          <a:chExt cx="0" cy="0"/>
        </a:xfrm>
      </p:grpSpPr>
      <p:sp>
        <p:nvSpPr>
          <p:cNvPr id="15" name="Text Placeholder 14">
            <a:extLst>
              <a:ext uri="{FF2B5EF4-FFF2-40B4-BE49-F238E27FC236}">
                <a16:creationId xmlns:a16="http://schemas.microsoft.com/office/drawing/2014/main" id="{6FB4A373-EDC5-61C1-94FB-365E8BFD5874}"/>
              </a:ext>
            </a:extLst>
          </p:cNvPr>
          <p:cNvSpPr>
            <a:spLocks noGrp="1"/>
          </p:cNvSpPr>
          <p:nvPr>
            <p:ph type="body" sz="quarter" idx="11"/>
          </p:nvPr>
        </p:nvSpPr>
        <p:spPr/>
        <p:txBody>
          <a:bodyPr/>
          <a:lstStyle/>
          <a:p>
            <a:r>
              <a:rPr lang="en-US" dirty="0"/>
              <a:t>Executive Brief</a:t>
            </a:r>
          </a:p>
        </p:txBody>
      </p:sp>
      <p:sp>
        <p:nvSpPr>
          <p:cNvPr id="18" name="Content Placeholder 17">
            <a:extLst>
              <a:ext uri="{FF2B5EF4-FFF2-40B4-BE49-F238E27FC236}">
                <a16:creationId xmlns:a16="http://schemas.microsoft.com/office/drawing/2014/main" id="{6AC839AE-FAD4-F026-C7AC-18F44F005A1D}"/>
              </a:ext>
            </a:extLst>
          </p:cNvPr>
          <p:cNvSpPr>
            <a:spLocks noGrp="1"/>
          </p:cNvSpPr>
          <p:nvPr>
            <p:ph sz="quarter" idx="14"/>
          </p:nvPr>
        </p:nvSpPr>
        <p:spPr>
          <a:xfrm>
            <a:off x="766763" y="1608297"/>
            <a:ext cx="5084064" cy="2949848"/>
          </a:xfrm>
        </p:spPr>
        <p:txBody>
          <a:bodyPr/>
          <a:lstStyle/>
          <a:p>
            <a:pPr marL="285750" indent="-285750">
              <a:buChar char="•"/>
            </a:pPr>
            <a:r>
              <a:rPr lang="en-US" sz="1400" dirty="0"/>
              <a:t>What the Digital Worker does</a:t>
            </a:r>
          </a:p>
          <a:p>
            <a:pPr marL="285750" indent="-285750">
              <a:buChar char="•"/>
            </a:pPr>
            <a:r>
              <a:rPr lang="en-US" sz="1400" dirty="0"/>
              <a:t>A human-reviewed SDLC co-worker that keeps developers closer to the requirement from intake to governed implementation.</a:t>
            </a:r>
          </a:p>
          <a:p>
            <a:pPr marL="285750" indent="-285750">
              <a:buChar char="•"/>
            </a:pPr>
            <a:r>
              <a:rPr lang="en-US" sz="1400" dirty="0"/>
              <a:t>It assists with ticket intake, prompt hardening, repo impact analysis, hybrid prompt generation using Gen AI LLM Models, code and test guidance, maintain accessibility standards, and execution handoff.</a:t>
            </a:r>
          </a:p>
          <a:p>
            <a:pPr marL="285750" indent="-285750">
              <a:buChar char="•"/>
            </a:pPr>
            <a:r>
              <a:rPr lang="en-US" sz="1400" dirty="0"/>
              <a:t>It improves the workflow between requirement -&gt; plan -&gt; review -&gt; delegate -&gt; approve.</a:t>
            </a:r>
          </a:p>
          <a:p>
            <a:pPr marL="285750" indent="-285750">
              <a:buChar char="•"/>
            </a:pPr>
            <a:r>
              <a:rPr lang="en-US" sz="1400" dirty="0"/>
              <a:t>Human review is included before re-analysis, before delegation, and before merge.</a:t>
            </a:r>
          </a:p>
          <a:p>
            <a:endParaRPr lang="en-US" dirty="0"/>
          </a:p>
        </p:txBody>
      </p:sp>
      <p:pic>
        <p:nvPicPr>
          <p:cNvPr id="3" name="Content Placeholder 2">
            <a:extLst>
              <a:ext uri="{FF2B5EF4-FFF2-40B4-BE49-F238E27FC236}">
                <a16:creationId xmlns:a16="http://schemas.microsoft.com/office/drawing/2014/main" id="{2D606877-84C6-92AA-DA99-7F80FFFAEE1B}"/>
              </a:ext>
            </a:extLst>
          </p:cNvPr>
          <p:cNvPicPr>
            <a:picLocks noGrp="1" noChangeAspect="1"/>
          </p:cNvPicPr>
          <p:nvPr>
            <p:ph sz="quarter" idx="15"/>
          </p:nvPr>
        </p:nvPicPr>
        <p:blipFill>
          <a:blip r:embed="rId2">
            <a:extLst>
              <a:ext uri="{28A0092B-C50C-407E-A947-70E740481C1C}">
                <a14:useLocalDpi xmlns:a14="http://schemas.microsoft.com/office/drawing/2010/main" val="0"/>
              </a:ext>
            </a:extLst>
          </a:blip>
          <a:stretch>
            <a:fillRect/>
          </a:stretch>
        </p:blipFill>
        <p:spPr>
          <a:xfrm>
            <a:off x="6167120" y="1767840"/>
            <a:ext cx="5740399" cy="3744635"/>
          </a:xfrm>
          <a:prstGeom prst="rect">
            <a:avLst/>
          </a:prstGeom>
          <a:noFill/>
        </p:spPr>
      </p:pic>
      <p:sp>
        <p:nvSpPr>
          <p:cNvPr id="9" name="Title 1">
            <a:extLst>
              <a:ext uri="{FF2B5EF4-FFF2-40B4-BE49-F238E27FC236}">
                <a16:creationId xmlns:a16="http://schemas.microsoft.com/office/drawing/2014/main" id="{C41D67A4-630A-B09D-9EC1-BED58ACB58F1}"/>
              </a:ext>
            </a:extLst>
          </p:cNvPr>
          <p:cNvSpPr>
            <a:spLocks noGrp="1"/>
          </p:cNvSpPr>
          <p:nvPr>
            <p:ph type="title"/>
          </p:nvPr>
        </p:nvSpPr>
        <p:spPr>
          <a:xfrm>
            <a:off x="766763" y="479061"/>
            <a:ext cx="10671048" cy="330540"/>
          </a:xfrm>
        </p:spPr>
        <p:txBody>
          <a:bodyPr/>
          <a:lstStyle/>
          <a:p>
            <a:r>
              <a:rPr lang="en-US" dirty="0"/>
              <a:t>Oracle Developer Twin</a:t>
            </a:r>
          </a:p>
        </p:txBody>
      </p:sp>
      <p:sp>
        <p:nvSpPr>
          <p:cNvPr id="23" name="Shape 10">
            <a:extLst>
              <a:ext uri="{FF2B5EF4-FFF2-40B4-BE49-F238E27FC236}">
                <a16:creationId xmlns:a16="http://schemas.microsoft.com/office/drawing/2014/main" id="{F62B6B28-FF74-2ED9-CAE2-31D991FCC101}"/>
              </a:ext>
            </a:extLst>
          </p:cNvPr>
          <p:cNvSpPr/>
          <p:nvPr/>
        </p:nvSpPr>
        <p:spPr>
          <a:xfrm>
            <a:off x="284481" y="4558145"/>
            <a:ext cx="5274331" cy="1778924"/>
          </a:xfrm>
          <a:prstGeom prst="roundRect">
            <a:avLst>
              <a:gd name="adj" fmla="val 4167"/>
            </a:avLst>
          </a:prstGeom>
          <a:solidFill>
            <a:srgbClr val="FFF8EC"/>
          </a:solidFill>
          <a:ln w="12700">
            <a:solidFill>
              <a:srgbClr val="F3B24A"/>
            </a:solidFill>
            <a:prstDash val="solid"/>
          </a:ln>
        </p:spPr>
        <p:txBody>
          <a:bodyPr/>
          <a:lstStyle/>
          <a:p>
            <a:r>
              <a:rPr lang="en-US" sz="1600" b="1" dirty="0"/>
              <a:t>Why It Stands Out</a:t>
            </a:r>
            <a:br>
              <a:rPr lang="en-US" sz="1600" dirty="0"/>
            </a:br>
            <a:br>
              <a:rPr lang="en-US" sz="1600" dirty="0"/>
            </a:br>
            <a:r>
              <a:rPr lang="en-US" sz="1600" b="1" i="1" dirty="0"/>
              <a:t>ODT + OCA: AI Speed, Human Control</a:t>
            </a:r>
            <a:br>
              <a:rPr lang="en-US" sz="1600" b="1" dirty="0"/>
            </a:br>
            <a:endParaRPr lang="en-US" sz="1600" dirty="0"/>
          </a:p>
          <a:p>
            <a:r>
              <a:rPr lang="en-US" sz="1600" dirty="0"/>
              <a:t>Guided prompts, repo-aware planning, Codex-powered execution, and developer approval in one governed workflow.</a:t>
            </a:r>
          </a:p>
          <a:p>
            <a:endParaRPr lang="en-US" sz="1600" dirty="0"/>
          </a:p>
        </p:txBody>
      </p:sp>
      <p:sp>
        <p:nvSpPr>
          <p:cNvPr id="25" name="Text 15">
            <a:extLst>
              <a:ext uri="{FF2B5EF4-FFF2-40B4-BE49-F238E27FC236}">
                <a16:creationId xmlns:a16="http://schemas.microsoft.com/office/drawing/2014/main" id="{6AFD1346-022B-D5EA-808B-C184F9B37E86}"/>
              </a:ext>
            </a:extLst>
          </p:cNvPr>
          <p:cNvSpPr/>
          <p:nvPr/>
        </p:nvSpPr>
        <p:spPr>
          <a:xfrm>
            <a:off x="6246223" y="1345524"/>
            <a:ext cx="2011680" cy="182880"/>
          </a:xfrm>
          <a:prstGeom prst="rect">
            <a:avLst/>
          </a:prstGeom>
          <a:noFill/>
          <a:ln/>
        </p:spPr>
        <p:txBody>
          <a:bodyPr wrap="square" rtlCol="0" anchor="ctr"/>
          <a:lstStyle/>
          <a:p>
            <a:pPr marL="0" indent="0">
              <a:buNone/>
            </a:pPr>
            <a:r>
              <a:rPr lang="en-US" sz="1400" b="1" dirty="0">
                <a:solidFill>
                  <a:srgbClr val="121722"/>
                </a:solidFill>
              </a:rPr>
              <a:t>Digital Worker Flow</a:t>
            </a:r>
            <a:endParaRPr lang="en-US" sz="1400" dirty="0"/>
          </a:p>
        </p:txBody>
      </p:sp>
      <p:sp>
        <p:nvSpPr>
          <p:cNvPr id="5" name="Slide Number Placeholder 6">
            <a:extLst>
              <a:ext uri="{FF2B5EF4-FFF2-40B4-BE49-F238E27FC236}">
                <a16:creationId xmlns:a16="http://schemas.microsoft.com/office/drawing/2014/main" id="{164BF1E6-1B22-1E76-ABCF-0287919EAE12}"/>
              </a:ext>
            </a:extLst>
          </p:cNvPr>
          <p:cNvSpPr txBox="1">
            <a:spLocks/>
          </p:cNvSpPr>
          <p:nvPr/>
        </p:nvSpPr>
        <p:spPr>
          <a:xfrm>
            <a:off x="762000" y="6423660"/>
            <a:ext cx="365760" cy="365760"/>
          </a:xfrm>
          <a:prstGeom prst="rect">
            <a:avLst/>
          </a:prstGeom>
        </p:spPr>
        <p:txBody>
          <a:bodyPr vert="horz" lIns="0" tIns="0" rIns="0" bIns="0" rtlCol="0" anchor="ctr"/>
          <a:lstStyle>
            <a:defPPr>
              <a:defRPr lang="en-US"/>
            </a:defPPr>
            <a:lvl1pPr marL="0" algn="l" defTabSz="914400" rtl="0" eaLnBrk="1" latinLnBrk="0" hangingPunct="1">
              <a:defRPr sz="900" kern="1200">
                <a:solidFill>
                  <a:srgbClr val="8B858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45D60D9-5372-5F40-9443-0F9AE5BDC3C8}" type="slidenum">
              <a:rPr lang="en-US" smtClean="0"/>
              <a:pPr/>
              <a:t>3</a:t>
            </a:fld>
            <a:endParaRPr lang="en-US" dirty="0"/>
          </a:p>
        </p:txBody>
      </p:sp>
    </p:spTree>
    <p:extLst>
      <p:ext uri="{BB962C8B-B14F-4D97-AF65-F5344CB8AC3E}">
        <p14:creationId xmlns:p14="http://schemas.microsoft.com/office/powerpoint/2010/main" val="2944052335"/>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A0B9106-960E-221A-F2F5-E524C05F78D9}"/>
              </a:ext>
            </a:extLst>
          </p:cNvPr>
          <p:cNvSpPr>
            <a:spLocks noGrp="1"/>
          </p:cNvSpPr>
          <p:nvPr>
            <p:ph type="title"/>
          </p:nvPr>
        </p:nvSpPr>
        <p:spPr>
          <a:xfrm>
            <a:off x="760476" y="206061"/>
            <a:ext cx="10671048" cy="330540"/>
          </a:xfrm>
        </p:spPr>
        <p:txBody>
          <a:bodyPr/>
          <a:lstStyle/>
          <a:p>
            <a:r>
              <a:rPr sz="2000" dirty="0"/>
              <a:t>Technical Architecture</a:t>
            </a:r>
          </a:p>
        </p:txBody>
      </p:sp>
      <p:sp>
        <p:nvSpPr>
          <p:cNvPr id="6" name="Slide Number Placeholder 6">
            <a:extLst>
              <a:ext uri="{FF2B5EF4-FFF2-40B4-BE49-F238E27FC236}">
                <a16:creationId xmlns:a16="http://schemas.microsoft.com/office/drawing/2014/main" id="{6DE4725C-6C0D-CE8C-60B4-FFD78BDE2FCF}"/>
              </a:ext>
            </a:extLst>
          </p:cNvPr>
          <p:cNvSpPr txBox="1">
            <a:spLocks/>
          </p:cNvSpPr>
          <p:nvPr/>
        </p:nvSpPr>
        <p:spPr>
          <a:xfrm>
            <a:off x="762000" y="6423660"/>
            <a:ext cx="365760" cy="365760"/>
          </a:xfrm>
          <a:prstGeom prst="rect">
            <a:avLst/>
          </a:prstGeom>
        </p:spPr>
        <p:txBody>
          <a:bodyPr vert="horz" lIns="0" tIns="0" rIns="0" bIns="0" rtlCol="0" anchor="ctr"/>
          <a:lstStyle>
            <a:defPPr>
              <a:defRPr lang="en-US"/>
            </a:defPPr>
            <a:lvl1pPr>
              <a:defRPr sz="900">
                <a:solidFill>
                  <a:srgbClr val="8B8580"/>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45D60D9-5372-5F40-9443-0F9AE5BDC3C8}" type="slidenum">
              <a:rPr lang="en-US"/>
              <a:pPr/>
              <a:t>4</a:t>
            </a:fld>
            <a:endParaRPr lang="en-US" dirty="0"/>
          </a:p>
        </p:txBody>
      </p:sp>
      <p:pic>
        <p:nvPicPr>
          <p:cNvPr id="13" name="Picture 12">
            <a:extLst>
              <a:ext uri="{FF2B5EF4-FFF2-40B4-BE49-F238E27FC236}">
                <a16:creationId xmlns:a16="http://schemas.microsoft.com/office/drawing/2014/main" id="{B3D1F77D-2E97-39EB-FE13-D1A8493A4B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571" y="536600"/>
            <a:ext cx="11456126" cy="6020953"/>
          </a:xfrm>
          <a:prstGeom prst="rect">
            <a:avLst/>
          </a:prstGeom>
        </p:spPr>
      </p:pic>
    </p:spTree>
    <p:extLst>
      <p:ext uri="{BB962C8B-B14F-4D97-AF65-F5344CB8AC3E}">
        <p14:creationId xmlns:p14="http://schemas.microsoft.com/office/powerpoint/2010/main" val="4145216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2B73A035-07E8-5BF9-1C7F-515A220F9EAA}"/>
              </a:ext>
            </a:extLst>
          </p:cNvPr>
          <p:cNvSpPr>
            <a:spLocks noGrp="1"/>
          </p:cNvSpPr>
          <p:nvPr>
            <p:ph type="body" sz="quarter" idx="11"/>
          </p:nvPr>
        </p:nvSpPr>
        <p:spPr>
          <a:xfrm>
            <a:off x="558868" y="861843"/>
            <a:ext cx="10671048" cy="330540"/>
          </a:xfrm>
        </p:spPr>
        <p:txBody>
          <a:bodyPr/>
          <a:lstStyle/>
          <a:p>
            <a:r>
              <a:rPr lang="en-US" sz="1800" dirty="0"/>
              <a:t>How This Digital Worker Works : Explained in detail in slide No: 6, 7,8, and 9</a:t>
            </a:r>
          </a:p>
        </p:txBody>
      </p:sp>
      <p:sp>
        <p:nvSpPr>
          <p:cNvPr id="9" name="Content Placeholder 7">
            <a:extLst>
              <a:ext uri="{FF2B5EF4-FFF2-40B4-BE49-F238E27FC236}">
                <a16:creationId xmlns:a16="http://schemas.microsoft.com/office/drawing/2014/main" id="{BBC0289D-CD2B-8C62-53D5-2FE1953311DE}"/>
              </a:ext>
            </a:extLst>
          </p:cNvPr>
          <p:cNvSpPr>
            <a:spLocks noGrp="1"/>
          </p:cNvSpPr>
          <p:nvPr>
            <p:ph sz="quarter" idx="14"/>
          </p:nvPr>
        </p:nvSpPr>
        <p:spPr>
          <a:xfrm>
            <a:off x="766763" y="4456739"/>
            <a:ext cx="10671175" cy="1650374"/>
          </a:xfrm>
        </p:spPr>
        <p:txBody>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10" name="Title 1">
            <a:extLst>
              <a:ext uri="{FF2B5EF4-FFF2-40B4-BE49-F238E27FC236}">
                <a16:creationId xmlns:a16="http://schemas.microsoft.com/office/drawing/2014/main" id="{C6FB5E47-2DFE-B7C9-5BDC-A64C03ECAF11}"/>
              </a:ext>
            </a:extLst>
          </p:cNvPr>
          <p:cNvSpPr>
            <a:spLocks noGrp="1"/>
          </p:cNvSpPr>
          <p:nvPr>
            <p:ph type="title"/>
          </p:nvPr>
        </p:nvSpPr>
        <p:spPr>
          <a:xfrm>
            <a:off x="558868" y="182403"/>
            <a:ext cx="10671048" cy="568484"/>
          </a:xfrm>
        </p:spPr>
        <p:txBody>
          <a:bodyPr/>
          <a:lstStyle/>
          <a:p>
            <a:r>
              <a:rPr lang="en-US" dirty="0"/>
              <a:t>Operational Detail</a:t>
            </a:r>
          </a:p>
        </p:txBody>
      </p:sp>
      <p:sp>
        <p:nvSpPr>
          <p:cNvPr id="6" name="TextBox 5">
            <a:extLst>
              <a:ext uri="{FF2B5EF4-FFF2-40B4-BE49-F238E27FC236}">
                <a16:creationId xmlns:a16="http://schemas.microsoft.com/office/drawing/2014/main" id="{3F01FF93-3886-0883-EA29-6471C2B17BA5}"/>
              </a:ext>
            </a:extLst>
          </p:cNvPr>
          <p:cNvSpPr txBox="1"/>
          <p:nvPr/>
        </p:nvSpPr>
        <p:spPr>
          <a:xfrm>
            <a:off x="929768" y="1559859"/>
            <a:ext cx="9574306" cy="2556994"/>
          </a:xfrm>
          <a:prstGeom prst="rect">
            <a:avLst/>
          </a:prstGeom>
          <a:noFill/>
        </p:spPr>
        <p:txBody>
          <a:bodyPr wrap="square" rtlCol="0">
            <a:spAutoFit/>
          </a:bodyPr>
          <a:lstStyle/>
          <a:p>
            <a:endParaRPr lang="en-US" dirty="0"/>
          </a:p>
        </p:txBody>
      </p:sp>
      <p:sp>
        <p:nvSpPr>
          <p:cNvPr id="12" name="Rectangle 7">
            <a:extLst>
              <a:ext uri="{FF2B5EF4-FFF2-40B4-BE49-F238E27FC236}">
                <a16:creationId xmlns:a16="http://schemas.microsoft.com/office/drawing/2014/main" id="{56BDCCAE-BF82-524E-82A2-7D348D2A431D}"/>
              </a:ext>
            </a:extLst>
          </p:cNvPr>
          <p:cNvSpPr>
            <a:spLocks noChangeArrowheads="1"/>
          </p:cNvSpPr>
          <p:nvPr/>
        </p:nvSpPr>
        <p:spPr bwMode="auto">
          <a:xfrm>
            <a:off x="291330" y="978031"/>
            <a:ext cx="11609339"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a:buChar char="•"/>
            </a:pPr>
            <a:r>
              <a:rPr lang="en-US" sz="1600" b="1" dirty="0">
                <a:latin typeface="Arial"/>
                <a:ea typeface="Arial"/>
                <a:cs typeface="Arial"/>
              </a:rPr>
              <a:t>  Who uses ODT and where value is realized</a:t>
            </a:r>
            <a:br>
              <a:rPr lang="en-US" sz="1600" b="1" dirty="0">
                <a:latin typeface="Arial"/>
                <a:ea typeface="Arial"/>
                <a:cs typeface="Arial"/>
              </a:rPr>
            </a:br>
            <a:r>
              <a:rPr lang="en-US" sz="1600" b="1" dirty="0">
                <a:latin typeface="Arial"/>
                <a:ea typeface="Arial"/>
                <a:cs typeface="Arial"/>
              </a:rPr>
              <a:t>    </a:t>
            </a:r>
            <a:r>
              <a:rPr lang="en-US" sz="1600" dirty="0"/>
              <a:t>Developers, reviewers, and tech leads can use ODT.</a:t>
            </a:r>
            <a:br>
              <a:rPr lang="en-US" sz="1600" dirty="0"/>
            </a:br>
            <a:r>
              <a:rPr lang="en-US" sz="1600" dirty="0"/>
              <a:t>     </a:t>
            </a:r>
            <a:r>
              <a:rPr lang="en-US" sz="1600" dirty="0">
                <a:latin typeface="Arial"/>
                <a:ea typeface="Arial"/>
                <a:cs typeface="Arial"/>
              </a:rPr>
              <a:t>Value: </a:t>
            </a:r>
            <a:r>
              <a:rPr lang="en-US" sz="1600" dirty="0"/>
              <a:t>Speed + control: rapid execution with human governance.</a:t>
            </a:r>
            <a:br>
              <a:rPr lang="en-US" sz="1600" dirty="0"/>
            </a:br>
            <a:endParaRPr lang="en-US" sz="1600" dirty="0">
              <a:latin typeface="Arial"/>
              <a:ea typeface="Arial"/>
              <a:cs typeface="Arial"/>
            </a:endParaRPr>
          </a:p>
          <a:p>
            <a:pPr>
              <a:buChar char="•"/>
            </a:pPr>
            <a:r>
              <a:rPr lang="en-US" sz="1600" b="1" dirty="0">
                <a:latin typeface="Arial"/>
                <a:ea typeface="Arial"/>
                <a:cs typeface="Arial"/>
              </a:rPr>
              <a:t> Execution model</a:t>
            </a:r>
            <a:br>
              <a:rPr lang="en-US" sz="1600" dirty="0"/>
            </a:br>
            <a:r>
              <a:rPr lang="en-US" sz="1600" dirty="0"/>
              <a:t>    </a:t>
            </a:r>
            <a:r>
              <a:rPr lang="en-US" sz="1600" dirty="0">
                <a:latin typeface="Arial"/>
                <a:ea typeface="Arial"/>
                <a:cs typeface="Arial"/>
              </a:rPr>
              <a:t>ODT plans and governs; OCA-backed Codex or Cline sessions execute implementation against the target repo.</a:t>
            </a:r>
            <a:br>
              <a:rPr lang="en-US" sz="1600" dirty="0">
                <a:latin typeface="Arial"/>
                <a:ea typeface="Arial"/>
                <a:cs typeface="Arial"/>
              </a:rPr>
            </a:br>
            <a:endParaRPr lang="en-US" sz="1600" dirty="0">
              <a:latin typeface="Arial"/>
              <a:ea typeface="Arial"/>
              <a:cs typeface="Arial"/>
            </a:endParaRPr>
          </a:p>
          <a:p>
            <a:pPr>
              <a:buChar char="•"/>
            </a:pPr>
            <a:r>
              <a:rPr lang="en-US" sz="1600" dirty="0">
                <a:latin typeface="Arial"/>
                <a:ea typeface="Arial"/>
                <a:cs typeface="Arial"/>
              </a:rPr>
              <a:t> </a:t>
            </a:r>
            <a:r>
              <a:rPr lang="en-US" sz="1600" b="1" dirty="0">
                <a:latin typeface="Arial"/>
                <a:ea typeface="Arial"/>
                <a:cs typeface="Arial"/>
              </a:rPr>
              <a:t>Guardrails and governance</a:t>
            </a:r>
          </a:p>
          <a:p>
            <a:r>
              <a:rPr lang="en-US" sz="1600" dirty="0">
                <a:latin typeface="Arial"/>
                <a:ea typeface="Arial"/>
                <a:cs typeface="Arial"/>
              </a:rPr>
              <a:t>    Prompt hardening, repo validation, accessibility guidance aligned to Oracle expectations, and mandatory human approval  </a:t>
            </a:r>
            <a:br>
              <a:rPr lang="en-US" sz="1600" dirty="0">
                <a:latin typeface="Arial"/>
                <a:ea typeface="Arial"/>
                <a:cs typeface="Arial"/>
              </a:rPr>
            </a:br>
            <a:r>
              <a:rPr lang="en-US" sz="1600" dirty="0">
                <a:latin typeface="Arial"/>
                <a:ea typeface="Arial"/>
                <a:cs typeface="Arial"/>
              </a:rPr>
              <a:t>    before merge.</a:t>
            </a:r>
            <a:br>
              <a:rPr lang="en-US" sz="1600" dirty="0">
                <a:latin typeface="Arial"/>
                <a:ea typeface="Arial"/>
                <a:cs typeface="Arial"/>
              </a:rPr>
            </a:br>
            <a:endParaRPr lang="en-US" sz="1600" dirty="0">
              <a:latin typeface="Arial"/>
              <a:ea typeface="Arial"/>
              <a:cs typeface="Arial"/>
            </a:endParaRPr>
          </a:p>
          <a:p>
            <a:r>
              <a:rPr lang="en-US" sz="1600" dirty="0">
                <a:latin typeface="Arial"/>
                <a:ea typeface="Arial"/>
                <a:cs typeface="Arial"/>
              </a:rPr>
              <a:t> </a:t>
            </a:r>
            <a:r>
              <a:rPr lang="en-US" sz="1600" b="1" dirty="0">
                <a:latin typeface="Arial"/>
                <a:ea typeface="Arial"/>
                <a:cs typeface="Arial"/>
              </a:rPr>
              <a:t>Interaction flow</a:t>
            </a:r>
          </a:p>
          <a:p>
            <a:r>
              <a:rPr lang="en-US" sz="1600" dirty="0">
                <a:latin typeface="Arial"/>
                <a:ea typeface="Arial"/>
                <a:cs typeface="Arial"/>
              </a:rPr>
              <a:t>    Requirement -&gt; ODT Workspace -&gt; reports/</a:t>
            </a:r>
            <a:r>
              <a:rPr lang="en-US" sz="1600" dirty="0" err="1">
                <a:latin typeface="Arial"/>
                <a:ea typeface="Arial"/>
                <a:cs typeface="Arial"/>
              </a:rPr>
              <a:t>odt</a:t>
            </a:r>
            <a:r>
              <a:rPr lang="en-US" sz="1600" dirty="0">
                <a:latin typeface="Arial"/>
                <a:ea typeface="Arial"/>
                <a:cs typeface="Arial"/>
              </a:rPr>
              <a:t> artifacts -&gt; execute prompt -&gt; OCA session -&gt; repo diff review.</a:t>
            </a:r>
            <a:br>
              <a:rPr lang="en-US" sz="1600" dirty="0">
                <a:latin typeface="Arial"/>
                <a:ea typeface="Arial"/>
                <a:cs typeface="Arial"/>
              </a:rPr>
            </a:br>
            <a:endParaRPr lang="en-US" sz="1600" dirty="0">
              <a:latin typeface="Arial"/>
              <a:ea typeface="Arial"/>
              <a:cs typeface="Arial"/>
            </a:endParaRPr>
          </a:p>
          <a:p>
            <a:pPr>
              <a:buChar char="•"/>
            </a:pPr>
            <a:r>
              <a:rPr lang="en-US" sz="1600" b="1" dirty="0">
                <a:latin typeface="Arial"/>
                <a:ea typeface="Arial"/>
                <a:cs typeface="Arial"/>
              </a:rPr>
              <a:t> Hybrid prompting and integration points</a:t>
            </a:r>
            <a:br>
              <a:rPr lang="en-US" sz="1600" dirty="0"/>
            </a:br>
            <a:r>
              <a:rPr lang="en-US" sz="1600" dirty="0"/>
              <a:t>    </a:t>
            </a:r>
            <a:r>
              <a:rPr lang="en-US" sz="1500" dirty="0">
                <a:latin typeface="Arial"/>
                <a:ea typeface="Arial"/>
                <a:cs typeface="Arial"/>
              </a:rPr>
              <a:t>OCI GenAI can generate stage prompts with an LLM path, while fallback prompts and reviewer overrides keep the workflow resilient  </a:t>
            </a:r>
            <a:br>
              <a:rPr lang="en-US" sz="1500" dirty="0">
                <a:latin typeface="Arial"/>
                <a:ea typeface="Arial"/>
                <a:cs typeface="Arial"/>
              </a:rPr>
            </a:br>
            <a:r>
              <a:rPr lang="en-US" sz="1500" dirty="0">
                <a:latin typeface="Arial"/>
                <a:ea typeface="Arial"/>
                <a:cs typeface="Arial"/>
              </a:rPr>
              <a:t>    and customizable. ODT connects this with the local context server, dashboards, demo React app, and OCA execution path.</a:t>
            </a:r>
            <a:br>
              <a:rPr lang="en-US" sz="1600" dirty="0">
                <a:latin typeface="Arial"/>
                <a:ea typeface="Arial"/>
                <a:cs typeface="Arial"/>
              </a:rPr>
            </a:br>
            <a:endParaRPr lang="en-US" sz="1600" dirty="0">
              <a:latin typeface="Arial"/>
              <a:ea typeface="Arial"/>
              <a:cs typeface="Arial"/>
            </a:endParaRPr>
          </a:p>
          <a:p>
            <a:pPr>
              <a:buChar char="•"/>
            </a:pPr>
            <a:r>
              <a:rPr lang="en-US" sz="1600" b="1" dirty="0">
                <a:latin typeface="Arial"/>
                <a:ea typeface="Arial"/>
                <a:cs typeface="Arial"/>
              </a:rPr>
              <a:t> Why judges should care</a:t>
            </a:r>
            <a:br>
              <a:rPr lang="en-US" sz="1600" dirty="0"/>
            </a:br>
            <a:r>
              <a:rPr lang="en-US" sz="1600" dirty="0"/>
              <a:t>   </a:t>
            </a:r>
            <a:r>
              <a:rPr lang="en-US" sz="1600" dirty="0">
                <a:latin typeface="Arial"/>
                <a:ea typeface="Arial"/>
                <a:cs typeface="Arial"/>
              </a:rPr>
              <a:t>ODT helps teams collaborate with AI in a way that is explainable, reviewable, requirement-aware, and demo-ready today.</a:t>
            </a:r>
          </a:p>
        </p:txBody>
      </p:sp>
      <p:sp>
        <p:nvSpPr>
          <p:cNvPr id="4" name="Slide Number Placeholder 6">
            <a:extLst>
              <a:ext uri="{FF2B5EF4-FFF2-40B4-BE49-F238E27FC236}">
                <a16:creationId xmlns:a16="http://schemas.microsoft.com/office/drawing/2014/main" id="{7FA44216-BB96-39D6-E851-3A4126829FD1}"/>
              </a:ext>
            </a:extLst>
          </p:cNvPr>
          <p:cNvSpPr>
            <a:spLocks noGrp="1"/>
          </p:cNvSpPr>
          <p:nvPr>
            <p:ph type="sldNum" sz="quarter" idx="17"/>
          </p:nvPr>
        </p:nvSpPr>
        <p:spPr>
          <a:xfrm>
            <a:off x="762000" y="6423660"/>
            <a:ext cx="365760" cy="365760"/>
          </a:xfrm>
        </p:spPr>
        <p:txBody>
          <a:bodyPr/>
          <a:lstStyle/>
          <a:p>
            <a:fld id="{345D60D9-5372-5F40-9443-0F9AE5BDC3C8}" type="slidenum">
              <a:rPr lang="en-US" smtClean="0"/>
              <a:pPr/>
              <a:t>5</a:t>
            </a:fld>
            <a:endParaRPr lang="en-US" dirty="0"/>
          </a:p>
        </p:txBody>
      </p:sp>
    </p:spTree>
    <p:extLst>
      <p:ext uri="{BB962C8B-B14F-4D97-AF65-F5344CB8AC3E}">
        <p14:creationId xmlns:p14="http://schemas.microsoft.com/office/powerpoint/2010/main" val="2924562484"/>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7AE3EC-F305-27AE-DB62-B5B15DC710A7}"/>
              </a:ext>
            </a:extLst>
          </p:cNvPr>
          <p:cNvSpPr>
            <a:spLocks noGrp="1"/>
          </p:cNvSpPr>
          <p:nvPr>
            <p:ph sz="quarter" idx="14"/>
          </p:nvPr>
        </p:nvSpPr>
        <p:spPr>
          <a:xfrm>
            <a:off x="270934" y="1365805"/>
            <a:ext cx="11006666" cy="4394199"/>
          </a:xfrm>
        </p:spPr>
        <p:txBody>
          <a:bodyPr/>
          <a:lstStyle/>
          <a:p>
            <a:pPr marL="285750" indent="-285750">
              <a:buFont typeface="Arial" panose="020B0604020202020204" pitchFamily="34" charset="0"/>
              <a:buChar char="•"/>
            </a:pPr>
            <a:r>
              <a:rPr lang="en-US" sz="1600" dirty="0"/>
              <a:t>Developers use ODT to turn a requirement into clear scope, impacted files, hardened prompts, code guidance, unit-test guidance, and accessibility checkpoints.</a:t>
            </a:r>
            <a:br>
              <a:rPr lang="en-US" sz="1600" dirty="0"/>
            </a:br>
            <a:endParaRPr lang="en-US" sz="1600" dirty="0"/>
          </a:p>
          <a:p>
            <a:pPr marL="285750" indent="-285750">
              <a:buFont typeface="Arial" panose="020B0604020202020204" pitchFamily="34" charset="0"/>
              <a:buChar char="•"/>
            </a:pPr>
            <a:r>
              <a:rPr lang="en-US" sz="1600" dirty="0"/>
              <a:t>Reviewers and tech leads use ODT to inspect evidence, add reviewer notes or stage overrides, request re-analysis, and standardize the software development process.</a:t>
            </a:r>
            <a:br>
              <a:rPr lang="en-US" sz="1600" dirty="0"/>
            </a:br>
            <a:endParaRPr lang="en-US" sz="1600" dirty="0"/>
          </a:p>
          <a:p>
            <a:pPr marL="285750" indent="-285750">
              <a:buFont typeface="Arial" panose="020B0604020202020204" pitchFamily="34" charset="0"/>
              <a:buChar char="•"/>
            </a:pPr>
            <a:r>
              <a:rPr lang="en-US" sz="1600" b="1" dirty="0"/>
              <a:t>Primary interface: </a:t>
            </a:r>
            <a:r>
              <a:rPr lang="en-US" sz="1600" dirty="0"/>
              <a:t>ODT/FEDIT dashboard with generated reports/</a:t>
            </a:r>
            <a:r>
              <a:rPr lang="en-US" sz="1600" dirty="0" err="1"/>
              <a:t>odt</a:t>
            </a:r>
            <a:r>
              <a:rPr lang="en-US" sz="1600" dirty="0"/>
              <a:t> artifacts for intake, impact, design, code, test, and compliance stages, delegation and action buttons.</a:t>
            </a:r>
            <a:br>
              <a:rPr lang="en-US" sz="1600" dirty="0"/>
            </a:br>
            <a:endParaRPr lang="en-US" sz="1600" dirty="0"/>
          </a:p>
          <a:p>
            <a:pPr marL="285750" indent="-285750">
              <a:buFont typeface="Arial" panose="020B0604020202020204" pitchFamily="34" charset="0"/>
              <a:buChar char="•"/>
            </a:pPr>
            <a:r>
              <a:rPr lang="en-US" sz="1600" b="1" dirty="0"/>
              <a:t>Day-to-day workflow: </a:t>
            </a:r>
            <a:r>
              <a:rPr lang="en-US" sz="1600" dirty="0"/>
              <a:t>enter work item -&gt; review generated evidence -&gt; refine if needed -&gt; delegate approved execution path -&gt; review diffs -&gt; approve or refine.</a:t>
            </a:r>
            <a:br>
              <a:rPr lang="en-US" sz="1600" dirty="0"/>
            </a:br>
            <a:endParaRPr lang="en-US" sz="1600" dirty="0"/>
          </a:p>
          <a:p>
            <a:pPr marL="285750" indent="-285750">
              <a:buFont typeface="Arial" panose="020B0604020202020204" pitchFamily="34" charset="0"/>
              <a:buChar char="•"/>
            </a:pPr>
            <a:r>
              <a:rPr lang="en-US" sz="1600" b="1" dirty="0"/>
              <a:t>Value realized: </a:t>
            </a:r>
            <a:r>
              <a:rPr lang="en-US" sz="1600" dirty="0"/>
              <a:t>less repetitive planning effort, clearer scope, AI assisted coding and unit testing, more consistent review, earlier accessibility visibility, and better human + AI collaboration and accelerated delivery.</a:t>
            </a:r>
          </a:p>
          <a:p>
            <a:endParaRPr lang="en-US" dirty="0"/>
          </a:p>
        </p:txBody>
      </p:sp>
      <p:sp>
        <p:nvSpPr>
          <p:cNvPr id="4" name="Title 3">
            <a:extLst>
              <a:ext uri="{FF2B5EF4-FFF2-40B4-BE49-F238E27FC236}">
                <a16:creationId xmlns:a16="http://schemas.microsoft.com/office/drawing/2014/main" id="{79BA4B3A-FF7C-5231-090A-01CF63FA7E2C}"/>
              </a:ext>
            </a:extLst>
          </p:cNvPr>
          <p:cNvSpPr>
            <a:spLocks noGrp="1"/>
          </p:cNvSpPr>
          <p:nvPr>
            <p:ph type="title"/>
          </p:nvPr>
        </p:nvSpPr>
        <p:spPr>
          <a:xfrm>
            <a:off x="270934" y="124756"/>
            <a:ext cx="10671048" cy="822960"/>
          </a:xfrm>
        </p:spPr>
        <p:txBody>
          <a:bodyPr/>
          <a:lstStyle/>
          <a:p>
            <a:r>
              <a:rPr lang="en-US" dirty="0"/>
              <a:t>Who Uses ODT and How Value Is Realized</a:t>
            </a:r>
          </a:p>
        </p:txBody>
      </p:sp>
      <p:sp>
        <p:nvSpPr>
          <p:cNvPr id="7" name="Slide Number Placeholder 6">
            <a:extLst>
              <a:ext uri="{FF2B5EF4-FFF2-40B4-BE49-F238E27FC236}">
                <a16:creationId xmlns:a16="http://schemas.microsoft.com/office/drawing/2014/main" id="{14A02954-70BD-C259-0926-B5340657DAC7}"/>
              </a:ext>
            </a:extLst>
          </p:cNvPr>
          <p:cNvSpPr>
            <a:spLocks noGrp="1"/>
          </p:cNvSpPr>
          <p:nvPr>
            <p:ph type="sldNum" sz="quarter" idx="17"/>
          </p:nvPr>
        </p:nvSpPr>
        <p:spPr/>
        <p:txBody>
          <a:bodyPr/>
          <a:lstStyle/>
          <a:p>
            <a:fld id="{345D60D9-5372-5F40-9443-0F9AE5BDC3C8}" type="slidenum">
              <a:rPr lang="en-US" smtClean="0"/>
              <a:pPr/>
              <a:t>6</a:t>
            </a:fld>
            <a:endParaRPr lang="en-US" dirty="0"/>
          </a:p>
        </p:txBody>
      </p:sp>
      <p:sp>
        <p:nvSpPr>
          <p:cNvPr id="8" name="TextBox 7">
            <a:extLst>
              <a:ext uri="{FF2B5EF4-FFF2-40B4-BE49-F238E27FC236}">
                <a16:creationId xmlns:a16="http://schemas.microsoft.com/office/drawing/2014/main" id="{EFDC0043-DF0A-11D7-FBB5-27EEB7A0F0CA}"/>
              </a:ext>
            </a:extLst>
          </p:cNvPr>
          <p:cNvSpPr txBox="1"/>
          <p:nvPr/>
        </p:nvSpPr>
        <p:spPr>
          <a:xfrm>
            <a:off x="389467" y="5575338"/>
            <a:ext cx="10888133" cy="369332"/>
          </a:xfrm>
          <a:prstGeom prst="rect">
            <a:avLst/>
          </a:prstGeom>
          <a:solidFill>
            <a:srgbClr val="FFC000">
              <a:alpha val="41094"/>
            </a:srgbClr>
          </a:solidFill>
        </p:spPr>
        <p:txBody>
          <a:bodyPr wrap="square" rtlCol="0">
            <a:spAutoFit/>
          </a:bodyPr>
          <a:lstStyle/>
          <a:p>
            <a:r>
              <a:rPr lang="en-US" dirty="0"/>
              <a:t>ODT helps teams stay closer to the requirement while keeping execution governed and review-ready</a:t>
            </a:r>
          </a:p>
        </p:txBody>
      </p:sp>
    </p:spTree>
    <p:extLst>
      <p:ext uri="{BB962C8B-B14F-4D97-AF65-F5344CB8AC3E}">
        <p14:creationId xmlns:p14="http://schemas.microsoft.com/office/powerpoint/2010/main" val="2753247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EE7935-F723-6A46-B8E4-DF04C7BCDF83}"/>
              </a:ext>
            </a:extLst>
          </p:cNvPr>
          <p:cNvSpPr>
            <a:spLocks noGrp="1"/>
          </p:cNvSpPr>
          <p:nvPr>
            <p:ph type="body" sz="quarter" idx="11"/>
          </p:nvPr>
        </p:nvSpPr>
        <p:spPr>
          <a:xfrm>
            <a:off x="760412" y="831223"/>
            <a:ext cx="10671048" cy="330540"/>
          </a:xfrm>
        </p:spPr>
        <p:txBody>
          <a:bodyPr/>
          <a:lstStyle/>
          <a:p>
            <a:r>
              <a:rPr lang="en-US" sz="1800" dirty="0"/>
              <a:t>How the Digital Worker Operates in Practice	</a:t>
            </a:r>
          </a:p>
        </p:txBody>
      </p:sp>
      <p:sp>
        <p:nvSpPr>
          <p:cNvPr id="3" name="Content Placeholder 2">
            <a:extLst>
              <a:ext uri="{FF2B5EF4-FFF2-40B4-BE49-F238E27FC236}">
                <a16:creationId xmlns:a16="http://schemas.microsoft.com/office/drawing/2014/main" id="{DBA32789-807F-A810-57DB-355DE915039D}"/>
              </a:ext>
            </a:extLst>
          </p:cNvPr>
          <p:cNvSpPr>
            <a:spLocks noGrp="1"/>
          </p:cNvSpPr>
          <p:nvPr>
            <p:ph sz="quarter" idx="14"/>
          </p:nvPr>
        </p:nvSpPr>
        <p:spPr>
          <a:xfrm>
            <a:off x="330134" y="1422254"/>
            <a:ext cx="11531600" cy="4111869"/>
          </a:xfrm>
        </p:spPr>
        <p:txBody>
          <a:bodyPr/>
          <a:lstStyle/>
          <a:p>
            <a:pPr marL="342900" indent="-342900">
              <a:buFont typeface="Arial" panose="020B0604020202020204" pitchFamily="34" charset="0"/>
              <a:buChar char="•"/>
            </a:pPr>
            <a:r>
              <a:rPr lang="en-US" sz="1600" b="1" dirty="0"/>
              <a:t>Execution model</a:t>
            </a:r>
            <a:r>
              <a:rPr lang="en-US" sz="1600" dirty="0"/>
              <a:t>: ODT plans and governs; OCA-backed Codex or Cline sessions execute implementation against the target repository.</a:t>
            </a:r>
            <a:br>
              <a:rPr lang="en-US" sz="1600" dirty="0"/>
            </a:br>
            <a:r>
              <a:rPr lang="en-US" sz="1600" b="1" dirty="0"/>
              <a:t>Local backend control plane: </a:t>
            </a:r>
            <a:r>
              <a:rPr lang="en-US" sz="1600" dirty="0"/>
              <a:t>a lightweight Node.js context server handles intake updates, repo validation, uploads, ODT run requests, execution bundle creation, and agent launch status.</a:t>
            </a:r>
          </a:p>
          <a:p>
            <a:pPr marL="342900" indent="-342900">
              <a:buFont typeface="Arial" panose="020B0604020202020204" pitchFamily="34" charset="0"/>
              <a:buChar char="•"/>
            </a:pPr>
            <a:r>
              <a:rPr lang="en-US" sz="1600" b="1" dirty="0"/>
              <a:t>Hybrid prompting: </a:t>
            </a:r>
            <a:r>
              <a:rPr lang="en-US" sz="1600" dirty="0"/>
              <a:t>OCI GenAI can optionally generate stage prompts; fallback prompts and reviewer overrides (custom prompt) keep the workflow resilient and customizable.</a:t>
            </a:r>
          </a:p>
          <a:p>
            <a:pPr marL="342900" indent="-342900">
              <a:buFont typeface="Arial" panose="020B0604020202020204" pitchFamily="34" charset="0"/>
              <a:buChar char="•"/>
            </a:pPr>
            <a:r>
              <a:rPr lang="en-US" sz="1600" b="1" dirty="0"/>
              <a:t>Guardrails: </a:t>
            </a:r>
            <a:r>
              <a:rPr lang="en-US" sz="1600" dirty="0"/>
              <a:t>7 stage guided pipeline, prompt hardening, repo-aware impact analysis, Oracle accessibility guidance before delegation, and mandatory human approval before delivery.</a:t>
            </a:r>
          </a:p>
          <a:p>
            <a:pPr marL="342900" indent="-342900">
              <a:buFont typeface="Arial" panose="020B0604020202020204" pitchFamily="34" charset="0"/>
              <a:buChar char="•"/>
            </a:pPr>
            <a:r>
              <a:rPr lang="en-US" sz="1600" b="1" dirty="0"/>
              <a:t>Decision points: </a:t>
            </a:r>
            <a:r>
              <a:rPr lang="en-US" sz="1600" dirty="0"/>
              <a:t>human can refine scope, update prompts, request re-analysis, approve delegation, review changed files, and fill gaps before final approval.</a:t>
            </a:r>
          </a:p>
          <a:p>
            <a:pPr marL="342900" indent="-342900">
              <a:buFont typeface="Arial" panose="020B0604020202020204" pitchFamily="34" charset="0"/>
              <a:buChar char="•"/>
            </a:pPr>
            <a:r>
              <a:rPr lang="en-US" sz="1600" b="1" dirty="0"/>
              <a:t>Automation boundaries: </a:t>
            </a:r>
            <a:r>
              <a:rPr lang="en-US" sz="1600" dirty="0"/>
              <a:t>ODT does not auto-merge, bypass human approval, or replace developer judgment.</a:t>
            </a:r>
          </a:p>
          <a:p>
            <a:pPr marL="342900" indent="-342900">
              <a:buFont typeface="Arial" panose="020B0604020202020204" pitchFamily="34" charset="0"/>
              <a:buChar char="•"/>
            </a:pPr>
            <a:r>
              <a:rPr lang="en-US" sz="1600" b="1" dirty="0"/>
              <a:t>Integration points: </a:t>
            </a:r>
            <a:r>
              <a:rPr lang="en-US" sz="1600" dirty="0"/>
              <a:t>ODT/FEDIT dashboard, reports/</a:t>
            </a:r>
            <a:r>
              <a:rPr lang="en-US" sz="1600" dirty="0" err="1"/>
              <a:t>odt</a:t>
            </a:r>
            <a:r>
              <a:rPr lang="en-US" sz="1600" dirty="0"/>
              <a:t> artifacts, OCI GenAI, fallback prompt templates, local context server, OCA Codex/Cline, repo diff review.</a:t>
            </a:r>
            <a:br>
              <a:rPr lang="en-US" dirty="0"/>
            </a:br>
            <a:endParaRPr lang="en-US" dirty="0"/>
          </a:p>
        </p:txBody>
      </p:sp>
      <p:sp>
        <p:nvSpPr>
          <p:cNvPr id="4" name="Title 3">
            <a:extLst>
              <a:ext uri="{FF2B5EF4-FFF2-40B4-BE49-F238E27FC236}">
                <a16:creationId xmlns:a16="http://schemas.microsoft.com/office/drawing/2014/main" id="{6FBBEBD1-949D-5755-004A-15A3CA393428}"/>
              </a:ext>
            </a:extLst>
          </p:cNvPr>
          <p:cNvSpPr>
            <a:spLocks noGrp="1"/>
          </p:cNvSpPr>
          <p:nvPr>
            <p:ph type="title"/>
          </p:nvPr>
        </p:nvSpPr>
        <p:spPr>
          <a:xfrm>
            <a:off x="760412" y="226400"/>
            <a:ext cx="10671048" cy="554751"/>
          </a:xfrm>
        </p:spPr>
        <p:txBody>
          <a:bodyPr/>
          <a:lstStyle/>
          <a:p>
            <a:r>
              <a:rPr lang="en-US" dirty="0"/>
              <a:t>Execution, Guardrails, and Governance</a:t>
            </a:r>
          </a:p>
        </p:txBody>
      </p:sp>
      <p:sp>
        <p:nvSpPr>
          <p:cNvPr id="7" name="Slide Number Placeholder 6">
            <a:extLst>
              <a:ext uri="{FF2B5EF4-FFF2-40B4-BE49-F238E27FC236}">
                <a16:creationId xmlns:a16="http://schemas.microsoft.com/office/drawing/2014/main" id="{2D89E6AD-AFAE-2887-DB2F-2661FA5BA2F2}"/>
              </a:ext>
            </a:extLst>
          </p:cNvPr>
          <p:cNvSpPr>
            <a:spLocks noGrp="1"/>
          </p:cNvSpPr>
          <p:nvPr>
            <p:ph type="sldNum" sz="quarter" idx="17"/>
          </p:nvPr>
        </p:nvSpPr>
        <p:spPr/>
        <p:txBody>
          <a:bodyPr/>
          <a:lstStyle/>
          <a:p>
            <a:fld id="{345D60D9-5372-5F40-9443-0F9AE5BDC3C8}" type="slidenum">
              <a:rPr lang="en-US" smtClean="0"/>
              <a:pPr/>
              <a:t>7</a:t>
            </a:fld>
            <a:endParaRPr lang="en-US" dirty="0"/>
          </a:p>
        </p:txBody>
      </p:sp>
      <p:sp>
        <p:nvSpPr>
          <p:cNvPr id="9" name="TextBox 8">
            <a:extLst>
              <a:ext uri="{FF2B5EF4-FFF2-40B4-BE49-F238E27FC236}">
                <a16:creationId xmlns:a16="http://schemas.microsoft.com/office/drawing/2014/main" id="{1E83B110-6A6B-7918-DEC2-CA8F6E51A82C}"/>
              </a:ext>
            </a:extLst>
          </p:cNvPr>
          <p:cNvSpPr txBox="1"/>
          <p:nvPr/>
        </p:nvSpPr>
        <p:spPr>
          <a:xfrm>
            <a:off x="555483" y="5868849"/>
            <a:ext cx="11080903" cy="369332"/>
          </a:xfrm>
          <a:prstGeom prst="rect">
            <a:avLst/>
          </a:prstGeom>
          <a:solidFill>
            <a:srgbClr val="FFC000">
              <a:alpha val="41094"/>
            </a:srgbClr>
          </a:solidFill>
        </p:spPr>
        <p:txBody>
          <a:bodyPr wrap="square" rtlCol="0">
            <a:spAutoFit/>
          </a:bodyPr>
          <a:lstStyle>
            <a:defPPr>
              <a:defRPr lang="en-US"/>
            </a:defPPr>
          </a:lstStyle>
          <a:p>
            <a:r>
              <a:rPr lang="en-US" dirty="0"/>
              <a:t>ODT makes AI-assisted delivery explainable, reviewable, and safe to use in enterprise development.</a:t>
            </a:r>
          </a:p>
        </p:txBody>
      </p:sp>
    </p:spTree>
    <p:extLst>
      <p:ext uri="{BB962C8B-B14F-4D97-AF65-F5344CB8AC3E}">
        <p14:creationId xmlns:p14="http://schemas.microsoft.com/office/powerpoint/2010/main" val="665898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6CEC76-D8B8-F411-1891-B1BF363E5F34}"/>
              </a:ext>
            </a:extLst>
          </p:cNvPr>
          <p:cNvSpPr>
            <a:spLocks noGrp="1"/>
          </p:cNvSpPr>
          <p:nvPr>
            <p:ph type="body" sz="quarter" idx="11"/>
          </p:nvPr>
        </p:nvSpPr>
        <p:spPr>
          <a:xfrm>
            <a:off x="355600" y="849439"/>
            <a:ext cx="10671048" cy="330540"/>
          </a:xfrm>
        </p:spPr>
        <p:txBody>
          <a:bodyPr/>
          <a:lstStyle/>
          <a:p>
            <a:r>
              <a:rPr lang="en-US" sz="1800" dirty="0"/>
              <a:t>Example: New Feature Story + Existing Defect Flow</a:t>
            </a:r>
          </a:p>
          <a:p>
            <a:br>
              <a:rPr lang="en-US" dirty="0"/>
            </a:br>
            <a:endParaRPr lang="en-US" dirty="0"/>
          </a:p>
        </p:txBody>
      </p:sp>
      <p:sp>
        <p:nvSpPr>
          <p:cNvPr id="3" name="Content Placeholder 2">
            <a:extLst>
              <a:ext uri="{FF2B5EF4-FFF2-40B4-BE49-F238E27FC236}">
                <a16:creationId xmlns:a16="http://schemas.microsoft.com/office/drawing/2014/main" id="{0A0D0FE3-BB12-E671-E433-31AF42CCAD70}"/>
              </a:ext>
            </a:extLst>
          </p:cNvPr>
          <p:cNvSpPr>
            <a:spLocks noGrp="1"/>
          </p:cNvSpPr>
          <p:nvPr>
            <p:ph sz="quarter" idx="14"/>
          </p:nvPr>
        </p:nvSpPr>
        <p:spPr>
          <a:xfrm>
            <a:off x="355600" y="1269661"/>
            <a:ext cx="11076051" cy="4199806"/>
          </a:xfrm>
        </p:spPr>
        <p:txBody>
          <a:bodyPr/>
          <a:lstStyle/>
          <a:p>
            <a:r>
              <a:rPr lang="en-US" sz="1600" b="1" dirty="0"/>
              <a:t>Work item entered in ODT/FEDIT:</a:t>
            </a:r>
            <a:br>
              <a:rPr lang="en-US" sz="1600" dirty="0"/>
            </a:br>
            <a:r>
              <a:rPr lang="en-US" sz="1600" dirty="0"/>
              <a:t>Add the Employee Finder section to the home page with search and department filtering and fix the linked defect where the Submit Request button is enabled even when mandatory fields are incomplete.</a:t>
            </a:r>
          </a:p>
          <a:p>
            <a:r>
              <a:rPr lang="en-US" sz="1600" b="1" dirty="0"/>
              <a:t>ODT planning:</a:t>
            </a:r>
            <a:br>
              <a:rPr lang="en-US" sz="1600" dirty="0"/>
            </a:br>
            <a:r>
              <a:rPr lang="en-US" sz="1600" dirty="0"/>
              <a:t>ODT hardens the story and defect into clear execution-ready </a:t>
            </a:r>
            <a:r>
              <a:rPr lang="en-US" sz="1600" dirty="0" err="1"/>
              <a:t>workpacks</a:t>
            </a:r>
            <a:r>
              <a:rPr lang="en-US" sz="1600" dirty="0"/>
              <a:t>, identifies impacted files across the finder UI, form component, validation utilities, and test assets, and prepares review-ready design, code, unit-test, and accessibility guidance.</a:t>
            </a:r>
          </a:p>
          <a:p>
            <a:r>
              <a:rPr lang="en-US" sz="1600" b="1" dirty="0"/>
              <a:t>Reviewer checkpoint:</a:t>
            </a:r>
            <a:br>
              <a:rPr lang="en-US" sz="1600" dirty="0"/>
            </a:br>
            <a:r>
              <a:rPr lang="en-US" sz="1600" dirty="0"/>
              <a:t>A reviewer adds a note that the defect fix must not only disable the button initially but also re-disable it when a required field becomes empty or invalid, while preserving keyboard and screen-reader behavior.</a:t>
            </a:r>
          </a:p>
          <a:p>
            <a:r>
              <a:rPr lang="en-US" sz="1600" b="1" dirty="0"/>
              <a:t>Governed execution:</a:t>
            </a:r>
            <a:br>
              <a:rPr lang="en-US" sz="1600" dirty="0"/>
            </a:br>
            <a:r>
              <a:rPr lang="en-US" sz="1600" dirty="0"/>
              <a:t>The approved execution path is delegated to OCA-backed Codex or Cline; OCI GenAI can enrich stage prompts, while fallback prompts and reviewer overrides remain available for resilience and control.</a:t>
            </a:r>
          </a:p>
          <a:p>
            <a:r>
              <a:rPr lang="en-US" sz="1600" b="1" dirty="0"/>
              <a:t>Human approval:</a:t>
            </a:r>
            <a:br>
              <a:rPr lang="en-US" sz="1600" dirty="0"/>
            </a:br>
            <a:r>
              <a:rPr lang="en-US" sz="1600" dirty="0"/>
              <a:t>The returned diff is reviewed for filter behavior, validation correctness, test alignment, user-facing consistency, and accessibility expectations before the change is accepted or sent back for refinement.</a:t>
            </a:r>
          </a:p>
          <a:p>
            <a:br>
              <a:rPr lang="en-US" dirty="0"/>
            </a:br>
            <a:endParaRPr lang="en-US" dirty="0"/>
          </a:p>
        </p:txBody>
      </p:sp>
      <p:sp>
        <p:nvSpPr>
          <p:cNvPr id="4" name="Title 3">
            <a:extLst>
              <a:ext uri="{FF2B5EF4-FFF2-40B4-BE49-F238E27FC236}">
                <a16:creationId xmlns:a16="http://schemas.microsoft.com/office/drawing/2014/main" id="{977D6EFD-A4AA-7979-E5B5-05F902BD233B}"/>
              </a:ext>
            </a:extLst>
          </p:cNvPr>
          <p:cNvSpPr>
            <a:spLocks noGrp="1"/>
          </p:cNvSpPr>
          <p:nvPr>
            <p:ph type="title"/>
          </p:nvPr>
        </p:nvSpPr>
        <p:spPr>
          <a:xfrm>
            <a:off x="677090" y="153382"/>
            <a:ext cx="10671048" cy="463496"/>
          </a:xfrm>
        </p:spPr>
        <p:txBody>
          <a:bodyPr/>
          <a:lstStyle/>
          <a:p>
            <a:pPr algn="ctr"/>
            <a:r>
              <a:rPr lang="en-US" altLang="en-US" sz="2000" dirty="0">
                <a:latin typeface="Oracle Sans" panose="020B0503020204020204" pitchFamily="34" charset="0"/>
                <a:cs typeface="Oracle Sans" panose="020B0503020204020204" pitchFamily="34" charset="0"/>
              </a:rPr>
              <a:t>Digital Worker Operates in Practice- </a:t>
            </a:r>
            <a:r>
              <a:rPr lang="en-US" sz="2000" dirty="0">
                <a:latin typeface="Oracle Sans" panose="020B0503020204020204" pitchFamily="34" charset="0"/>
                <a:cs typeface="Oracle Sans" panose="020B0503020204020204" pitchFamily="34" charset="0"/>
              </a:rPr>
              <a:t>Practical Tested and Real Working Example</a:t>
            </a:r>
          </a:p>
        </p:txBody>
      </p:sp>
      <p:sp>
        <p:nvSpPr>
          <p:cNvPr id="7" name="Slide Number Placeholder 6">
            <a:extLst>
              <a:ext uri="{FF2B5EF4-FFF2-40B4-BE49-F238E27FC236}">
                <a16:creationId xmlns:a16="http://schemas.microsoft.com/office/drawing/2014/main" id="{51A064C4-5B39-E68F-6AA2-9D9631A952B8}"/>
              </a:ext>
            </a:extLst>
          </p:cNvPr>
          <p:cNvSpPr>
            <a:spLocks noGrp="1"/>
          </p:cNvSpPr>
          <p:nvPr>
            <p:ph type="sldNum" sz="quarter" idx="17"/>
          </p:nvPr>
        </p:nvSpPr>
        <p:spPr/>
        <p:txBody>
          <a:bodyPr/>
          <a:lstStyle/>
          <a:p>
            <a:fld id="{345D60D9-5372-5F40-9443-0F9AE5BDC3C8}" type="slidenum">
              <a:rPr lang="en-US" smtClean="0"/>
              <a:pPr/>
              <a:t>8</a:t>
            </a:fld>
            <a:endParaRPr lang="en-US" dirty="0"/>
          </a:p>
        </p:txBody>
      </p:sp>
      <p:sp>
        <p:nvSpPr>
          <p:cNvPr id="9" name="TextBox 8">
            <a:extLst>
              <a:ext uri="{FF2B5EF4-FFF2-40B4-BE49-F238E27FC236}">
                <a16:creationId xmlns:a16="http://schemas.microsoft.com/office/drawing/2014/main" id="{C6CB28EF-B263-AF2C-5BAD-92DB3FCA621D}"/>
              </a:ext>
            </a:extLst>
          </p:cNvPr>
          <p:cNvSpPr txBox="1"/>
          <p:nvPr/>
        </p:nvSpPr>
        <p:spPr>
          <a:xfrm>
            <a:off x="188828" y="5404109"/>
            <a:ext cx="11647572" cy="877163"/>
          </a:xfrm>
          <a:prstGeom prst="rect">
            <a:avLst/>
          </a:prstGeom>
          <a:solidFill>
            <a:srgbClr val="FFC000">
              <a:alpha val="41094"/>
            </a:srgbClr>
          </a:solidFill>
        </p:spPr>
        <p:txBody>
          <a:bodyPr wrap="square" rtlCol="0">
            <a:spAutoFit/>
          </a:bodyPr>
          <a:lstStyle>
            <a:defPPr>
              <a:defRPr lang="en-US"/>
            </a:defPPr>
          </a:lstStyle>
          <a:p>
            <a:r>
              <a:rPr lang="en-US" sz="1700" dirty="0"/>
              <a:t>Oracle Developer Twin turns both feature work and defect fixes into a governed delivery path by combining repo-aware planning, optional OCI GenAI prompting, OCA-backed execution, and mandatory human approval before code is accepted.</a:t>
            </a:r>
          </a:p>
        </p:txBody>
      </p:sp>
    </p:spTree>
    <p:extLst>
      <p:ext uri="{BB962C8B-B14F-4D97-AF65-F5344CB8AC3E}">
        <p14:creationId xmlns:p14="http://schemas.microsoft.com/office/powerpoint/2010/main" val="1138448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01C4F0-7670-38D0-0C2C-168C37C01083}"/>
              </a:ext>
            </a:extLst>
          </p:cNvPr>
          <p:cNvSpPr>
            <a:spLocks noGrp="1"/>
          </p:cNvSpPr>
          <p:nvPr>
            <p:ph sz="quarter" idx="14"/>
          </p:nvPr>
        </p:nvSpPr>
        <p:spPr>
          <a:xfrm>
            <a:off x="508000" y="982736"/>
            <a:ext cx="10923587" cy="3438487"/>
          </a:xfrm>
        </p:spPr>
        <p:txBody>
          <a:bodyPr/>
          <a:lstStyle/>
          <a:p>
            <a:r>
              <a:rPr lang="en-US" dirty="0"/>
              <a:t>ODT turns one work item into </a:t>
            </a:r>
            <a:r>
              <a:rPr lang="en-US" b="1" dirty="0"/>
              <a:t>7 governed stage prompts</a:t>
            </a:r>
            <a:r>
              <a:rPr lang="en-US" dirty="0"/>
              <a:t>: Intake, Impact, Tech Design, Code, Unit Tests, Compliance, Verify</a:t>
            </a:r>
          </a:p>
          <a:p>
            <a:r>
              <a:rPr lang="en-US" dirty="0"/>
              <a:t>OCI GenAI can generate stage prompts; fallback templates keep the workflow resilient</a:t>
            </a:r>
          </a:p>
          <a:p>
            <a:r>
              <a:rPr lang="en-US" dirty="0"/>
              <a:t>Reviewer edits and stage overrides can refine any stage before delegation</a:t>
            </a:r>
            <a:br>
              <a:rPr lang="en-US" dirty="0"/>
            </a:br>
            <a:endParaRPr lang="en-US" dirty="0"/>
          </a:p>
          <a:p>
            <a:r>
              <a:rPr lang="en-US" b="1" dirty="0"/>
              <a:t>Integration points: </a:t>
            </a:r>
            <a:r>
              <a:rPr lang="en-US" dirty="0"/>
              <a:t>ODT/FEDIT, reports/</a:t>
            </a:r>
            <a:r>
              <a:rPr lang="en-US" dirty="0" err="1"/>
              <a:t>odt</a:t>
            </a:r>
            <a:r>
              <a:rPr lang="en-US" dirty="0"/>
              <a:t>, local context server, target repo, OCI GenAI, and OCA Codex/Cline</a:t>
            </a:r>
            <a:br>
              <a:rPr lang="en-US" dirty="0"/>
            </a:br>
            <a:endParaRPr lang="en-US" dirty="0"/>
          </a:p>
          <a:p>
            <a:r>
              <a:rPr lang="en-US" b="1" dirty="0"/>
              <a:t>Decision logic: </a:t>
            </a:r>
            <a:r>
              <a:rPr lang="en-US" dirty="0"/>
              <a:t>unclear input triggers prompt hardening; changed scope triggers re-analysis; OCI unavailability triggers fallback prompts</a:t>
            </a:r>
            <a:br>
              <a:rPr lang="en-US" dirty="0"/>
            </a:br>
            <a:endParaRPr lang="en-US" dirty="0"/>
          </a:p>
          <a:p>
            <a:r>
              <a:rPr lang="en-US" b="1" dirty="0"/>
              <a:t>Automation boundaries: </a:t>
            </a:r>
            <a:r>
              <a:rPr lang="en-US" dirty="0"/>
              <a:t>no auto-merge, no approval bypass, and no final delivery without human diff review.</a:t>
            </a:r>
            <a:br>
              <a:rPr lang="en-US" dirty="0"/>
            </a:br>
            <a:br>
              <a:rPr lang="en-US" dirty="0"/>
            </a:br>
            <a:r>
              <a:rPr lang="en-US" i="1" u="sng" dirty="0"/>
              <a:t>Human review remains active before delegation and before final acceptance</a:t>
            </a:r>
          </a:p>
          <a:p>
            <a:br>
              <a:rPr lang="en-US" dirty="0"/>
            </a:br>
            <a:endParaRPr lang="en-US" dirty="0"/>
          </a:p>
        </p:txBody>
      </p:sp>
      <p:sp>
        <p:nvSpPr>
          <p:cNvPr id="4" name="Title 3">
            <a:extLst>
              <a:ext uri="{FF2B5EF4-FFF2-40B4-BE49-F238E27FC236}">
                <a16:creationId xmlns:a16="http://schemas.microsoft.com/office/drawing/2014/main" id="{F4AC11B2-3AC5-AC53-343C-B8CB910BABE0}"/>
              </a:ext>
            </a:extLst>
          </p:cNvPr>
          <p:cNvSpPr>
            <a:spLocks noGrp="1"/>
          </p:cNvSpPr>
          <p:nvPr>
            <p:ph type="title"/>
          </p:nvPr>
        </p:nvSpPr>
        <p:spPr>
          <a:xfrm>
            <a:off x="768748" y="365678"/>
            <a:ext cx="10671048" cy="330540"/>
          </a:xfrm>
        </p:spPr>
        <p:txBody>
          <a:bodyPr/>
          <a:lstStyle/>
          <a:p>
            <a:r>
              <a:rPr lang="en-US" sz="1800" dirty="0"/>
              <a:t>Deep Dive: Execution in Practice</a:t>
            </a:r>
          </a:p>
        </p:txBody>
      </p:sp>
      <p:sp>
        <p:nvSpPr>
          <p:cNvPr id="7" name="Slide Number Placeholder 6">
            <a:extLst>
              <a:ext uri="{FF2B5EF4-FFF2-40B4-BE49-F238E27FC236}">
                <a16:creationId xmlns:a16="http://schemas.microsoft.com/office/drawing/2014/main" id="{5AB7C495-4ED7-51D6-11A0-13C0D31C10F3}"/>
              </a:ext>
            </a:extLst>
          </p:cNvPr>
          <p:cNvSpPr>
            <a:spLocks noGrp="1"/>
          </p:cNvSpPr>
          <p:nvPr>
            <p:ph type="sldNum" sz="quarter" idx="17"/>
          </p:nvPr>
        </p:nvSpPr>
        <p:spPr>
          <a:xfrm>
            <a:off x="768748" y="6433820"/>
            <a:ext cx="359012" cy="365760"/>
          </a:xfrm>
        </p:spPr>
        <p:txBody>
          <a:bodyPr/>
          <a:lstStyle/>
          <a:p>
            <a:fld id="{345D60D9-5372-5F40-9443-0F9AE5BDC3C8}" type="slidenum">
              <a:rPr lang="en-US" smtClean="0"/>
              <a:pPr/>
              <a:t>9</a:t>
            </a:fld>
            <a:endParaRPr lang="en-US" dirty="0"/>
          </a:p>
        </p:txBody>
      </p:sp>
      <p:sp>
        <p:nvSpPr>
          <p:cNvPr id="8" name="TextBox 7">
            <a:extLst>
              <a:ext uri="{FF2B5EF4-FFF2-40B4-BE49-F238E27FC236}">
                <a16:creationId xmlns:a16="http://schemas.microsoft.com/office/drawing/2014/main" id="{9707B844-C3F0-3FD8-527C-4D945057ED95}"/>
              </a:ext>
            </a:extLst>
          </p:cNvPr>
          <p:cNvSpPr txBox="1"/>
          <p:nvPr/>
        </p:nvSpPr>
        <p:spPr>
          <a:xfrm>
            <a:off x="436880" y="5500172"/>
            <a:ext cx="10627361" cy="615553"/>
          </a:xfrm>
          <a:prstGeom prst="rect">
            <a:avLst/>
          </a:prstGeom>
          <a:solidFill>
            <a:srgbClr val="FFC000">
              <a:alpha val="41094"/>
            </a:srgbClr>
          </a:solidFill>
        </p:spPr>
        <p:txBody>
          <a:bodyPr wrap="square" rtlCol="0">
            <a:spAutoFit/>
          </a:bodyPr>
          <a:lstStyle>
            <a:defPPr>
              <a:defRPr lang="en-US"/>
            </a:defPPr>
            <a:lvl1pPr>
              <a:defRPr sz="1700"/>
            </a:lvl1pPr>
          </a:lstStyle>
          <a:p>
            <a:r>
              <a:rPr lang="en-US" dirty="0"/>
              <a:t>ODT governs execution by breaking one request into seven reviewable prompts, then delegating only the approved execution path.</a:t>
            </a:r>
          </a:p>
        </p:txBody>
      </p:sp>
    </p:spTree>
    <p:extLst>
      <p:ext uri="{BB962C8B-B14F-4D97-AF65-F5344CB8AC3E}">
        <p14:creationId xmlns:p14="http://schemas.microsoft.com/office/powerpoint/2010/main" val="327339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B6B709-5247-C3FE-4267-7BD907255EA0}"/>
              </a:ext>
            </a:extLst>
          </p:cNvPr>
          <p:cNvSpPr>
            <a:spLocks noGrp="1"/>
          </p:cNvSpPr>
          <p:nvPr>
            <p:ph sz="quarter" idx="14"/>
          </p:nvPr>
        </p:nvSpPr>
        <p:spPr>
          <a:xfrm>
            <a:off x="624523" y="1307397"/>
            <a:ext cx="10671175" cy="4372043"/>
          </a:xfrm>
        </p:spPr>
        <p:txBody>
          <a:bodyPr/>
          <a:lstStyle/>
          <a:p>
            <a:r>
              <a:rPr lang="en-US" sz="1600" b="1" dirty="0"/>
              <a:t>Frontend:</a:t>
            </a:r>
            <a:r>
              <a:rPr lang="en-US" sz="1600" dirty="0"/>
              <a:t> React 18 UMD FEDIT dashboard plus generated HTML/CSS/JS ODT dashboard for intake, uploads, reviewer notes, stage overrides, and status visibility</a:t>
            </a:r>
          </a:p>
          <a:p>
            <a:endParaRPr lang="en-US" sz="1600" dirty="0"/>
          </a:p>
          <a:p>
            <a:r>
              <a:rPr lang="en-US" sz="1600" b="1" dirty="0"/>
              <a:t>Backend:</a:t>
            </a:r>
            <a:r>
              <a:rPr lang="en-US" sz="1600" dirty="0"/>
              <a:t> local Node.js context server using http, fs, path, and </a:t>
            </a:r>
            <a:r>
              <a:rPr lang="en-US" sz="1600" dirty="0" err="1"/>
              <a:t>child_process</a:t>
            </a:r>
            <a:r>
              <a:rPr lang="en-US" sz="1600" dirty="0"/>
              <a:t> for intake save/update, repo checks, uploads, run/execute actions, and agent status</a:t>
            </a:r>
            <a:br>
              <a:rPr lang="en-US" sz="1600" dirty="0"/>
            </a:br>
            <a:br>
              <a:rPr lang="en-US" sz="1600" b="1" dirty="0"/>
            </a:br>
            <a:r>
              <a:rPr lang="en-US" sz="1600" b="1" dirty="0"/>
              <a:t>Planner:</a:t>
            </a:r>
            <a:r>
              <a:rPr lang="en-US" sz="1600" dirty="0"/>
              <a:t> ODT 7-stage Node.js pipeline for requirement hardening, repo impact, tech design, code </a:t>
            </a:r>
            <a:r>
              <a:rPr lang="en-US" sz="1600" dirty="0" err="1"/>
              <a:t>workpack</a:t>
            </a:r>
            <a:r>
              <a:rPr lang="en-US" sz="1600" dirty="0"/>
              <a:t>, unit tests, compliance, and verification</a:t>
            </a:r>
            <a:br>
              <a:rPr lang="en-US" sz="1600" dirty="0"/>
            </a:br>
            <a:endParaRPr lang="en-US" sz="1600" dirty="0"/>
          </a:p>
          <a:p>
            <a:r>
              <a:rPr lang="en-US" sz="1600" b="1" dirty="0"/>
              <a:t>Optional GenAI:</a:t>
            </a:r>
            <a:r>
              <a:rPr lang="en-US" sz="1600" dirty="0"/>
              <a:t> OCI prompt generation through OCI CLI with template fallback for resilient stage-prompt drafting</a:t>
            </a:r>
            <a:br>
              <a:rPr lang="en-US" sz="1600" dirty="0"/>
            </a:br>
            <a:endParaRPr lang="en-US" sz="1600" dirty="0"/>
          </a:p>
          <a:p>
            <a:r>
              <a:rPr lang="en-US" sz="1600" b="1" dirty="0"/>
              <a:t>Execution:</a:t>
            </a:r>
            <a:r>
              <a:rPr lang="en-US" sz="1600" dirty="0"/>
              <a:t> Codex or Cline CLI sessions consume the governed prompt bundle, work against the target repo, and return diff/log/output artifacts</a:t>
            </a:r>
            <a:br>
              <a:rPr lang="en-US" sz="1600" dirty="0"/>
            </a:br>
            <a:endParaRPr lang="en-US" sz="1600" dirty="0"/>
          </a:p>
          <a:p>
            <a:r>
              <a:rPr lang="en-US" sz="1600" b="1" dirty="0"/>
              <a:t>Storage:</a:t>
            </a:r>
            <a:r>
              <a:rPr lang="en-US" sz="1600" dirty="0"/>
              <a:t> local reports/ filesystem stores JSON, Markdown, HTML, uploads, logs, prompts, summaries, and execution evidence</a:t>
            </a:r>
          </a:p>
          <a:p>
            <a:endParaRPr lang="en-US" dirty="0"/>
          </a:p>
          <a:p>
            <a:endParaRPr lang="en-US" dirty="0"/>
          </a:p>
        </p:txBody>
      </p:sp>
      <p:sp>
        <p:nvSpPr>
          <p:cNvPr id="4" name="Title 3">
            <a:extLst>
              <a:ext uri="{FF2B5EF4-FFF2-40B4-BE49-F238E27FC236}">
                <a16:creationId xmlns:a16="http://schemas.microsoft.com/office/drawing/2014/main" id="{8634486B-FDB1-50C1-C85A-8982C1EBCEA2}"/>
              </a:ext>
            </a:extLst>
          </p:cNvPr>
          <p:cNvSpPr>
            <a:spLocks noGrp="1"/>
          </p:cNvSpPr>
          <p:nvPr>
            <p:ph type="title"/>
          </p:nvPr>
        </p:nvSpPr>
        <p:spPr>
          <a:xfrm>
            <a:off x="624650" y="467263"/>
            <a:ext cx="10671048" cy="457677"/>
          </a:xfrm>
        </p:spPr>
        <p:txBody>
          <a:bodyPr/>
          <a:lstStyle/>
          <a:p>
            <a:r>
              <a:rPr lang="en-US" dirty="0"/>
              <a:t>Technology Stack Used</a:t>
            </a:r>
          </a:p>
        </p:txBody>
      </p:sp>
      <p:sp>
        <p:nvSpPr>
          <p:cNvPr id="7" name="Slide Number Placeholder 6">
            <a:extLst>
              <a:ext uri="{FF2B5EF4-FFF2-40B4-BE49-F238E27FC236}">
                <a16:creationId xmlns:a16="http://schemas.microsoft.com/office/drawing/2014/main" id="{7B4BA2FC-D58E-6460-F3A3-F5550E846997}"/>
              </a:ext>
            </a:extLst>
          </p:cNvPr>
          <p:cNvSpPr>
            <a:spLocks noGrp="1"/>
          </p:cNvSpPr>
          <p:nvPr>
            <p:ph type="sldNum" sz="quarter" idx="17"/>
          </p:nvPr>
        </p:nvSpPr>
        <p:spPr/>
        <p:txBody>
          <a:bodyPr/>
          <a:lstStyle/>
          <a:p>
            <a:fld id="{345D60D9-5372-5F40-9443-0F9AE5BDC3C8}" type="slidenum">
              <a:rPr lang="en-US" smtClean="0"/>
              <a:pPr/>
              <a:t>10</a:t>
            </a:fld>
            <a:endParaRPr lang="en-US" dirty="0"/>
          </a:p>
        </p:txBody>
      </p:sp>
    </p:spTree>
    <p:extLst>
      <p:ext uri="{BB962C8B-B14F-4D97-AF65-F5344CB8AC3E}">
        <p14:creationId xmlns:p14="http://schemas.microsoft.com/office/powerpoint/2010/main" val="270367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3AFE328-4201-4872-8820-A3070851B35E}"/>
              </a:ext>
            </a:extLst>
          </p:cNvPr>
          <p:cNvSpPr>
            <a:spLocks noGrp="1"/>
          </p:cNvSpPr>
          <p:nvPr/>
        </p:nvSpPr>
        <p:spPr>
          <a:xfrm>
            <a:off x="762000" y="533400"/>
            <a:ext cx="10668000" cy="285750"/>
          </a:xfrm>
          <a:prstGeom prst="rect">
            <a:avLst/>
          </a:prstGeom>
          <a:solidFill>
            <a:srgbClr val="F7F4EF"/>
          </a:solidFill>
          <a:ln w="0">
            <a:solidFill>
              <a:srgbClr val="F7F4EF"/>
            </a:solidFill>
            <a:prstDash val="solid"/>
          </a:ln>
        </p:spPr>
        <p:txBody>
          <a:bodyPr lIns="0" tIns="0" rIns="0" bIns="0" anchor="ctr"/>
          <a:lstStyle/>
          <a:p>
            <a:pPr algn="l">
              <a:defRPr sz="1200">
                <a:solidFill>
                  <a:srgbClr val="A64936"/>
                </a:solidFill>
              </a:defRPr>
            </a:pPr>
            <a:r>
              <a:rPr sz="1200" b="1">
                <a:solidFill>
                  <a:srgbClr val="A64936"/>
                </a:solidFill>
              </a:rPr>
              <a:t>Appendix</a:t>
            </a:r>
          </a:p>
        </p:txBody>
      </p:sp>
      <p:sp>
        <p:nvSpPr>
          <p:cNvPr id="2" name="Rectangle 1">
            <a:extLst>
              <a:ext uri="{FF2B5EF4-FFF2-40B4-BE49-F238E27FC236}">
                <a16:creationId xmlns:a16="http://schemas.microsoft.com/office/drawing/2014/main" id="{E475C1D2-5FFF-4712-B8A2-ACA9A6725794}"/>
              </a:ext>
            </a:extLst>
          </p:cNvPr>
          <p:cNvSpPr>
            <a:spLocks noGrp="1"/>
          </p:cNvSpPr>
          <p:nvPr/>
        </p:nvSpPr>
        <p:spPr>
          <a:xfrm>
            <a:off x="762000" y="838200"/>
            <a:ext cx="10668000" cy="400050"/>
          </a:xfrm>
          <a:prstGeom prst="rect">
            <a:avLst/>
          </a:prstGeom>
          <a:solidFill>
            <a:srgbClr val="F7F4EF"/>
          </a:solidFill>
          <a:ln w="0">
            <a:solidFill>
              <a:srgbClr val="F7F4EF"/>
            </a:solidFill>
            <a:prstDash val="solid"/>
          </a:ln>
        </p:spPr>
        <p:txBody>
          <a:bodyPr lIns="0" tIns="0" rIns="0" bIns="0" anchor="ctr"/>
          <a:lstStyle/>
          <a:p>
            <a:pPr algn="l">
              <a:defRPr sz="2250">
                <a:solidFill>
                  <a:srgbClr val="6F2119"/>
                </a:solidFill>
              </a:defRPr>
            </a:pPr>
            <a:r>
              <a:rPr sz="2250" b="1" dirty="0">
                <a:solidFill>
                  <a:srgbClr val="6F2119"/>
                </a:solidFill>
              </a:rPr>
              <a:t>Governed Technical Flow</a:t>
            </a:r>
          </a:p>
        </p:txBody>
      </p:sp>
      <p:sp>
        <p:nvSpPr>
          <p:cNvPr id="3" name="Rectangle 2">
            <a:extLst>
              <a:ext uri="{FF2B5EF4-FFF2-40B4-BE49-F238E27FC236}">
                <a16:creationId xmlns:a16="http://schemas.microsoft.com/office/drawing/2014/main" id="{E605A640-B841-46E8-8D5D-7C5A9E56E3BE}"/>
              </a:ext>
            </a:extLst>
          </p:cNvPr>
          <p:cNvSpPr>
            <a:spLocks noGrp="1"/>
          </p:cNvSpPr>
          <p:nvPr/>
        </p:nvSpPr>
        <p:spPr>
          <a:xfrm>
            <a:off x="762000" y="1257300"/>
            <a:ext cx="8001000" cy="419100"/>
          </a:xfrm>
          <a:prstGeom prst="rect">
            <a:avLst/>
          </a:prstGeom>
          <a:solidFill>
            <a:srgbClr val="F7F4EF"/>
          </a:solidFill>
          <a:ln w="0">
            <a:solidFill>
              <a:srgbClr val="F7F4EF"/>
            </a:solidFill>
            <a:prstDash val="solid"/>
          </a:ln>
        </p:spPr>
        <p:txBody>
          <a:bodyPr lIns="0" tIns="0" rIns="0" bIns="0" anchor="ctr"/>
          <a:lstStyle/>
          <a:p>
            <a:pPr algn="l">
              <a:defRPr sz="1200">
                <a:solidFill>
                  <a:srgbClr val="5F6B76"/>
                </a:solidFill>
              </a:defRPr>
            </a:pPr>
            <a:r>
              <a:rPr sz="1200" dirty="0">
                <a:solidFill>
                  <a:srgbClr val="5F6B76"/>
                </a:solidFill>
              </a:rPr>
              <a:t>A step-by-step governed flow showing where accessibility guidance enters and where human review can refine the path before and after OCA execution.</a:t>
            </a:r>
          </a:p>
        </p:txBody>
      </p:sp>
      <p:sp>
        <p:nvSpPr>
          <p:cNvPr id="4" name="Rounded Rectangle 3">
            <a:extLst>
              <a:ext uri="{FF2B5EF4-FFF2-40B4-BE49-F238E27FC236}">
                <a16:creationId xmlns:a16="http://schemas.microsoft.com/office/drawing/2014/main" id="{D9EFC1ED-6735-403D-9987-F88AB8325B17}"/>
              </a:ext>
            </a:extLst>
          </p:cNvPr>
          <p:cNvSpPr>
            <a:spLocks noGrp="1"/>
          </p:cNvSpPr>
          <p:nvPr/>
        </p:nvSpPr>
        <p:spPr>
          <a:xfrm>
            <a:off x="9334500" y="933450"/>
            <a:ext cx="1905000" cy="285750"/>
          </a:xfrm>
          <a:prstGeom prst="roundRect">
            <a:avLst>
              <a:gd name="adj" fmla="val 26667"/>
            </a:avLst>
          </a:prstGeom>
          <a:solidFill>
            <a:srgbClr val="FFF3ED"/>
          </a:solidFill>
          <a:ln w="14288">
            <a:solidFill>
              <a:srgbClr val="C74634"/>
            </a:solidFill>
            <a:prstDash val="solid"/>
          </a:ln>
        </p:spPr>
        <p:txBody>
          <a:bodyPr lIns="0" tIns="0" rIns="0" bIns="0" anchor="ctr"/>
          <a:lstStyle/>
          <a:p>
            <a:pPr algn="ctr">
              <a:defRPr sz="975">
                <a:solidFill>
                  <a:srgbClr val="6F2119"/>
                </a:solidFill>
              </a:defRPr>
            </a:pPr>
            <a:r>
              <a:rPr sz="975" b="1">
                <a:solidFill>
                  <a:srgbClr val="6F2119"/>
                </a:solidFill>
              </a:rPr>
              <a:t>Human review checkpoints</a:t>
            </a:r>
          </a:p>
        </p:txBody>
      </p:sp>
      <p:sp>
        <p:nvSpPr>
          <p:cNvPr id="5" name="Rounded Rectangle 4">
            <a:extLst>
              <a:ext uri="{FF2B5EF4-FFF2-40B4-BE49-F238E27FC236}">
                <a16:creationId xmlns:a16="http://schemas.microsoft.com/office/drawing/2014/main" id="{89E8E3A0-6477-470D-83F1-2806DA5BD51E}"/>
              </a:ext>
            </a:extLst>
          </p:cNvPr>
          <p:cNvSpPr>
            <a:spLocks noGrp="1"/>
          </p:cNvSpPr>
          <p:nvPr/>
        </p:nvSpPr>
        <p:spPr>
          <a:xfrm>
            <a:off x="8715375" y="1295400"/>
            <a:ext cx="2524125" cy="285750"/>
          </a:xfrm>
          <a:prstGeom prst="roundRect">
            <a:avLst>
              <a:gd name="adj" fmla="val 28571"/>
            </a:avLst>
          </a:prstGeom>
          <a:solidFill>
            <a:srgbClr val="EEF4F7"/>
          </a:solidFill>
          <a:ln w="14288">
            <a:solidFill>
              <a:srgbClr val="88A8B6"/>
            </a:solidFill>
            <a:prstDash val="solid"/>
          </a:ln>
        </p:spPr>
        <p:txBody>
          <a:bodyPr lIns="0" tIns="0" rIns="0" bIns="0" anchor="ctr"/>
          <a:lstStyle/>
          <a:p>
            <a:pPr algn="ctr">
              <a:defRPr sz="975">
                <a:solidFill>
                  <a:srgbClr val="25424D"/>
                </a:solidFill>
              </a:defRPr>
            </a:pPr>
            <a:r>
              <a:rPr sz="975" b="1" dirty="0">
                <a:solidFill>
                  <a:srgbClr val="25424D"/>
                </a:solidFill>
              </a:rPr>
              <a:t>OCI GenAI remains optional for stage prompting</a:t>
            </a:r>
          </a:p>
        </p:txBody>
      </p:sp>
      <p:sp>
        <p:nvSpPr>
          <p:cNvPr id="6" name="Rounded Rectangle 5">
            <a:extLst>
              <a:ext uri="{FF2B5EF4-FFF2-40B4-BE49-F238E27FC236}">
                <a16:creationId xmlns:a16="http://schemas.microsoft.com/office/drawing/2014/main" id="{7F40AC84-A4DE-4496-9333-8A0D2887D29D}"/>
              </a:ext>
            </a:extLst>
          </p:cNvPr>
          <p:cNvSpPr>
            <a:spLocks noGrp="1"/>
          </p:cNvSpPr>
          <p:nvPr/>
        </p:nvSpPr>
        <p:spPr>
          <a:xfrm>
            <a:off x="762000" y="1695450"/>
            <a:ext cx="3143250" cy="266700"/>
          </a:xfrm>
          <a:prstGeom prst="roundRect">
            <a:avLst>
              <a:gd name="adj" fmla="val 28571"/>
            </a:avLst>
          </a:prstGeom>
          <a:solidFill>
            <a:srgbClr val="FFF2EC"/>
          </a:solidFill>
          <a:ln w="14288">
            <a:solidFill>
              <a:srgbClr val="D9A597"/>
            </a:solidFill>
            <a:prstDash val="solid"/>
          </a:ln>
        </p:spPr>
        <p:txBody>
          <a:bodyPr lIns="0" tIns="0" rIns="0" bIns="0" anchor="ctr"/>
          <a:lstStyle/>
          <a:p>
            <a:pPr algn="ctr">
              <a:defRPr sz="1050">
                <a:solidFill>
                  <a:srgbClr val="8C1D18"/>
                </a:solidFill>
              </a:defRPr>
            </a:pPr>
            <a:r>
              <a:rPr sz="1050" b="1">
                <a:solidFill>
                  <a:srgbClr val="8C1D18"/>
                </a:solidFill>
              </a:rPr>
              <a:t>Phase 1  Understand and scope</a:t>
            </a:r>
          </a:p>
        </p:txBody>
      </p:sp>
      <p:sp>
        <p:nvSpPr>
          <p:cNvPr id="7" name="Rounded Rectangle 6">
            <a:extLst>
              <a:ext uri="{FF2B5EF4-FFF2-40B4-BE49-F238E27FC236}">
                <a16:creationId xmlns:a16="http://schemas.microsoft.com/office/drawing/2014/main" id="{60FB4989-4D7E-4AAE-A79A-2A0C8D6413C3}"/>
              </a:ext>
            </a:extLst>
          </p:cNvPr>
          <p:cNvSpPr>
            <a:spLocks noGrp="1"/>
          </p:cNvSpPr>
          <p:nvPr/>
        </p:nvSpPr>
        <p:spPr>
          <a:xfrm>
            <a:off x="4524375" y="1695450"/>
            <a:ext cx="3143250" cy="266700"/>
          </a:xfrm>
          <a:prstGeom prst="roundRect">
            <a:avLst>
              <a:gd name="adj" fmla="val 28571"/>
            </a:avLst>
          </a:prstGeom>
          <a:solidFill>
            <a:srgbClr val="EEF4F7"/>
          </a:solidFill>
          <a:ln w="14288">
            <a:solidFill>
              <a:srgbClr val="88A8B6"/>
            </a:solidFill>
            <a:prstDash val="solid"/>
          </a:ln>
        </p:spPr>
        <p:txBody>
          <a:bodyPr lIns="0" tIns="0" rIns="0" bIns="0" anchor="ctr"/>
          <a:lstStyle/>
          <a:p>
            <a:pPr algn="ctr">
              <a:defRPr sz="1050">
                <a:solidFill>
                  <a:srgbClr val="25424D"/>
                </a:solidFill>
              </a:defRPr>
            </a:pPr>
            <a:r>
              <a:rPr sz="1050" b="1">
                <a:solidFill>
                  <a:srgbClr val="25424D"/>
                </a:solidFill>
              </a:rPr>
              <a:t>Phase 2  Prepare and govern</a:t>
            </a:r>
          </a:p>
        </p:txBody>
      </p:sp>
      <p:sp>
        <p:nvSpPr>
          <p:cNvPr id="8" name="Rounded Rectangle 7">
            <a:extLst>
              <a:ext uri="{FF2B5EF4-FFF2-40B4-BE49-F238E27FC236}">
                <a16:creationId xmlns:a16="http://schemas.microsoft.com/office/drawing/2014/main" id="{5598C610-7DC3-4341-BEDF-BC91463F07F7}"/>
              </a:ext>
            </a:extLst>
          </p:cNvPr>
          <p:cNvSpPr>
            <a:spLocks noGrp="1"/>
          </p:cNvSpPr>
          <p:nvPr/>
        </p:nvSpPr>
        <p:spPr>
          <a:xfrm>
            <a:off x="8286750" y="1695450"/>
            <a:ext cx="3143250" cy="266700"/>
          </a:xfrm>
          <a:prstGeom prst="roundRect">
            <a:avLst>
              <a:gd name="adj" fmla="val 28571"/>
            </a:avLst>
          </a:prstGeom>
          <a:solidFill>
            <a:srgbClr val="EFF8F3"/>
          </a:solidFill>
          <a:ln w="14288">
            <a:solidFill>
              <a:srgbClr val="A7CDB8"/>
            </a:solidFill>
            <a:prstDash val="solid"/>
          </a:ln>
        </p:spPr>
        <p:txBody>
          <a:bodyPr lIns="0" tIns="0" rIns="0" bIns="0" anchor="ctr"/>
          <a:lstStyle/>
          <a:p>
            <a:pPr algn="ctr">
              <a:defRPr sz="1050">
                <a:solidFill>
                  <a:srgbClr val="1E5A40"/>
                </a:solidFill>
              </a:defRPr>
            </a:pPr>
            <a:r>
              <a:rPr sz="1050" b="1">
                <a:solidFill>
                  <a:srgbClr val="1E5A40"/>
                </a:solidFill>
              </a:rPr>
              <a:t>Phase 3  Execute and approve</a:t>
            </a:r>
          </a:p>
        </p:txBody>
      </p:sp>
      <p:sp>
        <p:nvSpPr>
          <p:cNvPr id="9" name="Right Arrow 8">
            <a:extLst>
              <a:ext uri="{FF2B5EF4-FFF2-40B4-BE49-F238E27FC236}">
                <a16:creationId xmlns:a16="http://schemas.microsoft.com/office/drawing/2014/main" id="{EA84D3AA-3484-4ACC-847D-3127811B2D36}"/>
              </a:ext>
            </a:extLst>
          </p:cNvPr>
          <p:cNvSpPr>
            <a:spLocks noGrp="1"/>
          </p:cNvSpPr>
          <p:nvPr/>
        </p:nvSpPr>
        <p:spPr>
          <a:xfrm>
            <a:off x="4048125" y="1714500"/>
            <a:ext cx="342900" cy="228600"/>
          </a:xfrm>
          <a:prstGeom prst="rightArrow">
            <a:avLst/>
          </a:prstGeom>
          <a:solidFill>
            <a:srgbClr val="C74634"/>
          </a:solidFill>
          <a:ln w="9525">
            <a:solidFill>
              <a:srgbClr val="C74634"/>
            </a:solidFill>
            <a:prstDash val="solid"/>
          </a:ln>
        </p:spPr>
        <p:txBody>
          <a:bodyPr/>
          <a:lstStyle/>
          <a:p>
            <a:endParaRPr lang="en-US"/>
          </a:p>
        </p:txBody>
      </p:sp>
      <p:sp>
        <p:nvSpPr>
          <p:cNvPr id="10" name="Right Arrow 9">
            <a:extLst>
              <a:ext uri="{FF2B5EF4-FFF2-40B4-BE49-F238E27FC236}">
                <a16:creationId xmlns:a16="http://schemas.microsoft.com/office/drawing/2014/main" id="{7623A0A9-9C9B-4791-BD0B-6D4D701C7944}"/>
              </a:ext>
            </a:extLst>
          </p:cNvPr>
          <p:cNvSpPr>
            <a:spLocks noGrp="1"/>
          </p:cNvSpPr>
          <p:nvPr/>
        </p:nvSpPr>
        <p:spPr>
          <a:xfrm>
            <a:off x="7810500" y="1714500"/>
            <a:ext cx="342900" cy="228600"/>
          </a:xfrm>
          <a:prstGeom prst="rightArrow">
            <a:avLst/>
          </a:prstGeom>
          <a:solidFill>
            <a:srgbClr val="C74634"/>
          </a:solidFill>
          <a:ln w="9525">
            <a:solidFill>
              <a:srgbClr val="C74634"/>
            </a:solidFill>
            <a:prstDash val="solid"/>
          </a:ln>
        </p:spPr>
        <p:txBody>
          <a:bodyPr/>
          <a:lstStyle/>
          <a:p>
            <a:endParaRPr lang="en-US"/>
          </a:p>
        </p:txBody>
      </p:sp>
      <p:sp>
        <p:nvSpPr>
          <p:cNvPr id="11" name="Rounded Rectangle 10">
            <a:extLst>
              <a:ext uri="{FF2B5EF4-FFF2-40B4-BE49-F238E27FC236}">
                <a16:creationId xmlns:a16="http://schemas.microsoft.com/office/drawing/2014/main" id="{953BC26F-15D2-4585-8208-CF1579CE8C82}"/>
              </a:ext>
            </a:extLst>
          </p:cNvPr>
          <p:cNvSpPr>
            <a:spLocks noGrp="1"/>
          </p:cNvSpPr>
          <p:nvPr/>
        </p:nvSpPr>
        <p:spPr>
          <a:xfrm>
            <a:off x="762000" y="2038350"/>
            <a:ext cx="3143250" cy="990600"/>
          </a:xfrm>
          <a:prstGeom prst="roundRect">
            <a:avLst>
              <a:gd name="adj" fmla="val 7692"/>
            </a:avLst>
          </a:prstGeom>
          <a:solidFill>
            <a:srgbClr val="FFF8F4"/>
          </a:solidFill>
          <a:ln w="19050">
            <a:solidFill>
              <a:srgbClr val="E7B7AE"/>
            </a:solidFill>
            <a:prstDash val="solid"/>
          </a:ln>
        </p:spPr>
        <p:txBody>
          <a:bodyPr lIns="171450" tIns="152400" rIns="171450" bIns="152400" anchor="ctr"/>
          <a:lstStyle/>
          <a:p>
            <a:pPr algn="l">
              <a:defRPr sz="975">
                <a:solidFill>
                  <a:srgbClr val="34414B"/>
                </a:solidFill>
              </a:defRPr>
            </a:pPr>
            <a:r>
              <a:rPr sz="1275" b="1">
                <a:solidFill>
                  <a:srgbClr val="8C1D18"/>
                </a:solidFill>
              </a:rPr>
              <a:t>1. Requirement / Jira / Reviewer Input</a:t>
            </a:r>
          </a:p>
          <a:p>
            <a:pPr algn="l">
              <a:defRPr sz="975">
                <a:solidFill>
                  <a:srgbClr val="34414B"/>
                </a:solidFill>
              </a:defRPr>
            </a:pPr>
            <a:r>
              <a:rPr sz="975">
                <a:solidFill>
                  <a:srgbClr val="34414B"/>
                </a:solidFill>
              </a:rPr>
              <a:t>Work item details, repo context, mockups, and reviewer intent.</a:t>
            </a:r>
          </a:p>
        </p:txBody>
      </p:sp>
      <p:sp>
        <p:nvSpPr>
          <p:cNvPr id="12" name="Rounded Rectangle 11">
            <a:extLst>
              <a:ext uri="{FF2B5EF4-FFF2-40B4-BE49-F238E27FC236}">
                <a16:creationId xmlns:a16="http://schemas.microsoft.com/office/drawing/2014/main" id="{2A91A5FD-990D-4C10-BBAC-433FCA951274}"/>
              </a:ext>
            </a:extLst>
          </p:cNvPr>
          <p:cNvSpPr>
            <a:spLocks noGrp="1"/>
          </p:cNvSpPr>
          <p:nvPr/>
        </p:nvSpPr>
        <p:spPr>
          <a:xfrm>
            <a:off x="762000" y="3333750"/>
            <a:ext cx="3143250" cy="990600"/>
          </a:xfrm>
          <a:prstGeom prst="roundRect">
            <a:avLst>
              <a:gd name="adj" fmla="val 7692"/>
            </a:avLst>
          </a:prstGeom>
          <a:solidFill>
            <a:srgbClr val="FFF8F4"/>
          </a:solidFill>
          <a:ln w="19050">
            <a:solidFill>
              <a:srgbClr val="E7B7AE"/>
            </a:solidFill>
            <a:prstDash val="solid"/>
          </a:ln>
        </p:spPr>
        <p:txBody>
          <a:bodyPr lIns="171450" tIns="152400" rIns="171450" bIns="152400" anchor="ctr"/>
          <a:lstStyle/>
          <a:p>
            <a:pPr algn="l">
              <a:defRPr sz="975">
                <a:solidFill>
                  <a:srgbClr val="34414B"/>
                </a:solidFill>
              </a:defRPr>
            </a:pPr>
            <a:r>
              <a:rPr sz="1275" b="1">
                <a:solidFill>
                  <a:srgbClr val="8C1D18"/>
                </a:solidFill>
              </a:rPr>
              <a:t>2. ODT Intake + Prompt Hardening</a:t>
            </a:r>
          </a:p>
          <a:p>
            <a:pPr algn="l">
              <a:defRPr sz="975">
                <a:solidFill>
                  <a:srgbClr val="34414B"/>
                </a:solidFill>
              </a:defRPr>
            </a:pPr>
            <a:r>
              <a:rPr sz="975">
                <a:solidFill>
                  <a:srgbClr val="34414B"/>
                </a:solidFill>
              </a:rPr>
              <a:t>Normalize the ask, strengthen clarity, and prepare governed prompts.</a:t>
            </a:r>
          </a:p>
        </p:txBody>
      </p:sp>
      <p:sp>
        <p:nvSpPr>
          <p:cNvPr id="13" name="Rounded Rectangle 12">
            <a:extLst>
              <a:ext uri="{FF2B5EF4-FFF2-40B4-BE49-F238E27FC236}">
                <a16:creationId xmlns:a16="http://schemas.microsoft.com/office/drawing/2014/main" id="{58E2D7C8-F90D-478B-A54A-5B374B2BFFCB}"/>
              </a:ext>
            </a:extLst>
          </p:cNvPr>
          <p:cNvSpPr>
            <a:spLocks noGrp="1"/>
          </p:cNvSpPr>
          <p:nvPr/>
        </p:nvSpPr>
        <p:spPr>
          <a:xfrm>
            <a:off x="762000" y="4629150"/>
            <a:ext cx="3143250" cy="990600"/>
          </a:xfrm>
          <a:prstGeom prst="roundRect">
            <a:avLst>
              <a:gd name="adj" fmla="val 7692"/>
            </a:avLst>
          </a:prstGeom>
          <a:solidFill>
            <a:srgbClr val="FFF8F4"/>
          </a:solidFill>
          <a:ln w="19050">
            <a:solidFill>
              <a:srgbClr val="E7B7AE"/>
            </a:solidFill>
            <a:prstDash val="solid"/>
          </a:ln>
        </p:spPr>
        <p:txBody>
          <a:bodyPr lIns="171450" tIns="152400" rIns="171450" bIns="152400" anchor="ctr"/>
          <a:lstStyle/>
          <a:p>
            <a:pPr algn="l">
              <a:defRPr sz="975">
                <a:solidFill>
                  <a:srgbClr val="34414B"/>
                </a:solidFill>
              </a:defRPr>
            </a:pPr>
            <a:r>
              <a:rPr sz="1275" b="1">
                <a:solidFill>
                  <a:srgbClr val="8C1D18"/>
                </a:solidFill>
              </a:rPr>
              <a:t>3. Repo Impact Analysis</a:t>
            </a:r>
          </a:p>
          <a:p>
            <a:pPr algn="l">
              <a:defRPr sz="975">
                <a:solidFill>
                  <a:srgbClr val="34414B"/>
                </a:solidFill>
              </a:defRPr>
            </a:pPr>
            <a:r>
              <a:rPr sz="975">
                <a:solidFill>
                  <a:srgbClr val="34414B"/>
                </a:solidFill>
              </a:rPr>
              <a:t>Identify hotspots, candidate files, tests, and impacted surfaces.</a:t>
            </a:r>
          </a:p>
        </p:txBody>
      </p:sp>
      <p:sp>
        <p:nvSpPr>
          <p:cNvPr id="14" name="Rounded Rectangle 13">
            <a:extLst>
              <a:ext uri="{FF2B5EF4-FFF2-40B4-BE49-F238E27FC236}">
                <a16:creationId xmlns:a16="http://schemas.microsoft.com/office/drawing/2014/main" id="{3C132752-E56F-4BEA-98A8-697F2606A8B6}"/>
              </a:ext>
            </a:extLst>
          </p:cNvPr>
          <p:cNvSpPr>
            <a:spLocks noGrp="1"/>
          </p:cNvSpPr>
          <p:nvPr/>
        </p:nvSpPr>
        <p:spPr>
          <a:xfrm>
            <a:off x="4524375" y="2038350"/>
            <a:ext cx="3143250" cy="990600"/>
          </a:xfrm>
          <a:prstGeom prst="roundRect">
            <a:avLst>
              <a:gd name="adj" fmla="val 7692"/>
            </a:avLst>
          </a:prstGeom>
          <a:solidFill>
            <a:srgbClr val="F6FAFC"/>
          </a:solidFill>
          <a:ln w="19050">
            <a:solidFill>
              <a:srgbClr val="A7BDC8"/>
            </a:solidFill>
            <a:prstDash val="solid"/>
          </a:ln>
        </p:spPr>
        <p:txBody>
          <a:bodyPr lIns="171450" tIns="152400" rIns="171450" bIns="152400" anchor="ctr"/>
          <a:lstStyle/>
          <a:p>
            <a:pPr algn="l">
              <a:defRPr sz="975">
                <a:solidFill>
                  <a:srgbClr val="34414B"/>
                </a:solidFill>
              </a:defRPr>
            </a:pPr>
            <a:r>
              <a:rPr sz="1275" b="1" dirty="0">
                <a:solidFill>
                  <a:srgbClr val="25424D"/>
                </a:solidFill>
              </a:rPr>
              <a:t>4. Hybrid Prompt Generation</a:t>
            </a:r>
          </a:p>
          <a:p>
            <a:pPr algn="l">
              <a:defRPr sz="975">
                <a:solidFill>
                  <a:srgbClr val="34414B"/>
                </a:solidFill>
              </a:defRPr>
            </a:pPr>
            <a:r>
              <a:rPr sz="975" dirty="0">
                <a:solidFill>
                  <a:srgbClr val="34414B"/>
                </a:solidFill>
              </a:rPr>
              <a:t>OCI GenAI option, fallback prompts, and reviewer stage overrides.</a:t>
            </a:r>
          </a:p>
        </p:txBody>
      </p:sp>
      <p:sp>
        <p:nvSpPr>
          <p:cNvPr id="15" name="Rounded Rectangle 14">
            <a:extLst>
              <a:ext uri="{FF2B5EF4-FFF2-40B4-BE49-F238E27FC236}">
                <a16:creationId xmlns:a16="http://schemas.microsoft.com/office/drawing/2014/main" id="{DB265F0F-67C8-4003-A78E-00B211C0FB4A}"/>
              </a:ext>
            </a:extLst>
          </p:cNvPr>
          <p:cNvSpPr>
            <a:spLocks noGrp="1"/>
          </p:cNvSpPr>
          <p:nvPr/>
        </p:nvSpPr>
        <p:spPr>
          <a:xfrm>
            <a:off x="4524375" y="3333750"/>
            <a:ext cx="3143250" cy="990600"/>
          </a:xfrm>
          <a:prstGeom prst="roundRect">
            <a:avLst>
              <a:gd name="adj" fmla="val 7692"/>
            </a:avLst>
          </a:prstGeom>
          <a:solidFill>
            <a:srgbClr val="F1FAF4"/>
          </a:solidFill>
          <a:ln w="19050">
            <a:solidFill>
              <a:srgbClr val="9CC8A6"/>
            </a:solidFill>
            <a:prstDash val="solid"/>
          </a:ln>
        </p:spPr>
        <p:txBody>
          <a:bodyPr lIns="171450" tIns="152400" rIns="171450" bIns="152400" anchor="ctr"/>
          <a:lstStyle/>
          <a:p>
            <a:pPr algn="l">
              <a:defRPr sz="975">
                <a:solidFill>
                  <a:srgbClr val="34414B"/>
                </a:solidFill>
              </a:defRPr>
            </a:pPr>
            <a:r>
              <a:rPr sz="1275" b="1" dirty="0">
                <a:solidFill>
                  <a:srgbClr val="1E5A40"/>
                </a:solidFill>
              </a:rPr>
              <a:t>5. Code + Unit Tests + Oracle A11y Guidance</a:t>
            </a:r>
          </a:p>
          <a:p>
            <a:pPr algn="l">
              <a:defRPr sz="975">
                <a:solidFill>
                  <a:srgbClr val="34414B"/>
                </a:solidFill>
              </a:defRPr>
            </a:pPr>
            <a:r>
              <a:rPr sz="975" dirty="0">
                <a:solidFill>
                  <a:srgbClr val="34414B"/>
                </a:solidFill>
              </a:rPr>
              <a:t>Implementation guidance, test expectations, and accessibility checks.</a:t>
            </a:r>
          </a:p>
        </p:txBody>
      </p:sp>
      <p:sp>
        <p:nvSpPr>
          <p:cNvPr id="16" name="Rounded Rectangle 15">
            <a:extLst>
              <a:ext uri="{FF2B5EF4-FFF2-40B4-BE49-F238E27FC236}">
                <a16:creationId xmlns:a16="http://schemas.microsoft.com/office/drawing/2014/main" id="{06DFA526-5E02-4750-BFC9-BC4A5E084833}"/>
              </a:ext>
            </a:extLst>
          </p:cNvPr>
          <p:cNvSpPr>
            <a:spLocks noGrp="1"/>
          </p:cNvSpPr>
          <p:nvPr/>
        </p:nvSpPr>
        <p:spPr>
          <a:xfrm>
            <a:off x="4524375" y="4629150"/>
            <a:ext cx="3143250" cy="990600"/>
          </a:xfrm>
          <a:prstGeom prst="roundRect">
            <a:avLst>
              <a:gd name="adj" fmla="val 7692"/>
            </a:avLst>
          </a:prstGeom>
          <a:solidFill>
            <a:srgbClr val="FFF3ED"/>
          </a:solidFill>
          <a:ln w="19050">
            <a:solidFill>
              <a:srgbClr val="C74634"/>
            </a:solidFill>
            <a:prstDash val="solid"/>
          </a:ln>
        </p:spPr>
        <p:txBody>
          <a:bodyPr lIns="171450" tIns="152400" rIns="171450" bIns="152400" anchor="ctr"/>
          <a:lstStyle/>
          <a:p>
            <a:pPr algn="l">
              <a:defRPr sz="975">
                <a:solidFill>
                  <a:srgbClr val="34414B"/>
                </a:solidFill>
              </a:defRPr>
            </a:pPr>
            <a:r>
              <a:rPr sz="1275" b="1" dirty="0">
                <a:solidFill>
                  <a:srgbClr val="6F2119"/>
                </a:solidFill>
              </a:rPr>
              <a:t>6. Human Review + Refine + Re-analyze</a:t>
            </a:r>
          </a:p>
          <a:p>
            <a:pPr algn="l">
              <a:defRPr sz="975">
                <a:solidFill>
                  <a:srgbClr val="34414B"/>
                </a:solidFill>
              </a:defRPr>
            </a:pPr>
            <a:r>
              <a:rPr sz="975" dirty="0">
                <a:solidFill>
                  <a:srgbClr val="34414B"/>
                </a:solidFill>
              </a:rPr>
              <a:t>A developer or lead can update scope, prompts, and guidance before delegation.</a:t>
            </a:r>
          </a:p>
        </p:txBody>
      </p:sp>
      <p:sp>
        <p:nvSpPr>
          <p:cNvPr id="17" name="Rounded Rectangle 16">
            <a:extLst>
              <a:ext uri="{FF2B5EF4-FFF2-40B4-BE49-F238E27FC236}">
                <a16:creationId xmlns:a16="http://schemas.microsoft.com/office/drawing/2014/main" id="{12F5CCBC-745E-45C6-B4AB-AEE2B30EA464}"/>
              </a:ext>
            </a:extLst>
          </p:cNvPr>
          <p:cNvSpPr>
            <a:spLocks noGrp="1"/>
          </p:cNvSpPr>
          <p:nvPr/>
        </p:nvSpPr>
        <p:spPr>
          <a:xfrm>
            <a:off x="8286750" y="2038350"/>
            <a:ext cx="3143250" cy="990600"/>
          </a:xfrm>
          <a:prstGeom prst="roundRect">
            <a:avLst>
              <a:gd name="adj" fmla="val 7692"/>
            </a:avLst>
          </a:prstGeom>
          <a:solidFill>
            <a:srgbClr val="F4FBF7"/>
          </a:solidFill>
          <a:ln w="19050">
            <a:solidFill>
              <a:srgbClr val="A7CDB8"/>
            </a:solidFill>
            <a:prstDash val="solid"/>
          </a:ln>
        </p:spPr>
        <p:txBody>
          <a:bodyPr lIns="171450" tIns="152400" rIns="171450" bIns="152400" anchor="ctr"/>
          <a:lstStyle/>
          <a:p>
            <a:pPr>
              <a:defRPr sz="975">
                <a:solidFill>
                  <a:srgbClr val="34414B"/>
                </a:solidFill>
              </a:defRPr>
            </a:pPr>
            <a:r>
              <a:rPr sz="1275" b="1" dirty="0">
                <a:solidFill>
                  <a:srgbClr val="1E5A40"/>
                </a:solidFill>
              </a:rPr>
              <a:t>7. Delegation to Codex / Cline</a:t>
            </a:r>
            <a:r>
              <a:rPr lang="en-US" sz="1275" b="1" dirty="0">
                <a:solidFill>
                  <a:srgbClr val="1E5A40"/>
                </a:solidFill>
              </a:rPr>
              <a:t>  via OCA Powered</a:t>
            </a:r>
            <a:endParaRPr sz="1275" b="1" dirty="0">
              <a:solidFill>
                <a:srgbClr val="1E5A40"/>
              </a:solidFill>
            </a:endParaRPr>
          </a:p>
          <a:p>
            <a:pPr algn="l">
              <a:defRPr sz="975">
                <a:solidFill>
                  <a:srgbClr val="34414B"/>
                </a:solidFill>
              </a:defRPr>
            </a:pPr>
            <a:r>
              <a:rPr sz="975" dirty="0">
                <a:solidFill>
                  <a:srgbClr val="34414B"/>
                </a:solidFill>
              </a:rPr>
              <a:t>Governed execution against the target repository.</a:t>
            </a:r>
          </a:p>
        </p:txBody>
      </p:sp>
      <p:sp>
        <p:nvSpPr>
          <p:cNvPr id="18" name="Rounded Rectangle 17">
            <a:extLst>
              <a:ext uri="{FF2B5EF4-FFF2-40B4-BE49-F238E27FC236}">
                <a16:creationId xmlns:a16="http://schemas.microsoft.com/office/drawing/2014/main" id="{25A526A5-449E-425D-8041-4965302C3A61}"/>
              </a:ext>
            </a:extLst>
          </p:cNvPr>
          <p:cNvSpPr>
            <a:spLocks noGrp="1"/>
          </p:cNvSpPr>
          <p:nvPr/>
        </p:nvSpPr>
        <p:spPr>
          <a:xfrm>
            <a:off x="8286750" y="3333750"/>
            <a:ext cx="3143250" cy="990600"/>
          </a:xfrm>
          <a:prstGeom prst="roundRect">
            <a:avLst>
              <a:gd name="adj" fmla="val 7692"/>
            </a:avLst>
          </a:prstGeom>
          <a:solidFill>
            <a:srgbClr val="F4FBF7"/>
          </a:solidFill>
          <a:ln w="19050">
            <a:solidFill>
              <a:srgbClr val="A7CDB8"/>
            </a:solidFill>
            <a:prstDash val="solid"/>
          </a:ln>
        </p:spPr>
        <p:txBody>
          <a:bodyPr lIns="171450" tIns="152400" rIns="171450" bIns="152400" anchor="ctr"/>
          <a:lstStyle/>
          <a:p>
            <a:pPr algn="l">
              <a:defRPr sz="975">
                <a:solidFill>
                  <a:srgbClr val="34414B"/>
                </a:solidFill>
              </a:defRPr>
            </a:pPr>
            <a:r>
              <a:rPr sz="1275" b="1">
                <a:solidFill>
                  <a:srgbClr val="1E5A40"/>
                </a:solidFill>
              </a:rPr>
              <a:t>8. Review Changed Files + Fill Gaps</a:t>
            </a:r>
          </a:p>
          <a:p>
            <a:pPr algn="l">
              <a:defRPr sz="975">
                <a:solidFill>
                  <a:srgbClr val="34414B"/>
                </a:solidFill>
              </a:defRPr>
            </a:pPr>
            <a:r>
              <a:rPr sz="975">
                <a:solidFill>
                  <a:srgbClr val="34414B"/>
                </a:solidFill>
              </a:rPr>
              <a:t>Inspect diffs, validate tests and a11y, and close remaining misses.</a:t>
            </a:r>
          </a:p>
        </p:txBody>
      </p:sp>
      <p:sp>
        <p:nvSpPr>
          <p:cNvPr id="19" name="Rounded Rectangle 18">
            <a:extLst>
              <a:ext uri="{FF2B5EF4-FFF2-40B4-BE49-F238E27FC236}">
                <a16:creationId xmlns:a16="http://schemas.microsoft.com/office/drawing/2014/main" id="{31D6485E-2C1D-4E42-92B5-843553BDF21B}"/>
              </a:ext>
            </a:extLst>
          </p:cNvPr>
          <p:cNvSpPr>
            <a:spLocks noGrp="1"/>
          </p:cNvSpPr>
          <p:nvPr/>
        </p:nvSpPr>
        <p:spPr>
          <a:xfrm>
            <a:off x="8286750" y="4629150"/>
            <a:ext cx="3143250" cy="990600"/>
          </a:xfrm>
          <a:prstGeom prst="roundRect">
            <a:avLst>
              <a:gd name="adj" fmla="val 7692"/>
            </a:avLst>
          </a:prstGeom>
          <a:solidFill>
            <a:srgbClr val="FFF3ED"/>
          </a:solidFill>
          <a:ln w="19050">
            <a:solidFill>
              <a:srgbClr val="C74634"/>
            </a:solidFill>
            <a:prstDash val="solid"/>
          </a:ln>
        </p:spPr>
        <p:txBody>
          <a:bodyPr lIns="171450" tIns="152400" rIns="171450" bIns="152400" anchor="ctr"/>
          <a:lstStyle/>
          <a:p>
            <a:pPr algn="l">
              <a:defRPr sz="975">
                <a:solidFill>
                  <a:srgbClr val="34414B"/>
                </a:solidFill>
              </a:defRPr>
            </a:pPr>
            <a:r>
              <a:rPr sz="1275" b="1">
                <a:solidFill>
                  <a:srgbClr val="6F2119"/>
                </a:solidFill>
              </a:rPr>
              <a:t>9. Final Human Approval + Deliver</a:t>
            </a:r>
          </a:p>
          <a:p>
            <a:pPr algn="l">
              <a:defRPr sz="975">
                <a:solidFill>
                  <a:srgbClr val="34414B"/>
                </a:solidFill>
              </a:defRPr>
            </a:pPr>
            <a:r>
              <a:rPr sz="975">
                <a:solidFill>
                  <a:srgbClr val="34414B"/>
                </a:solidFill>
              </a:rPr>
              <a:t>Approve, refine, or reject before merge, submission, or handoff.</a:t>
            </a:r>
          </a:p>
        </p:txBody>
      </p:sp>
      <p:sp>
        <p:nvSpPr>
          <p:cNvPr id="20" name="Down Arrow 19">
            <a:extLst>
              <a:ext uri="{FF2B5EF4-FFF2-40B4-BE49-F238E27FC236}">
                <a16:creationId xmlns:a16="http://schemas.microsoft.com/office/drawing/2014/main" id="{ECBAEE0A-A7B5-4C4A-A0C8-0DF0EDA065B6}"/>
              </a:ext>
            </a:extLst>
          </p:cNvPr>
          <p:cNvSpPr>
            <a:spLocks noGrp="1"/>
          </p:cNvSpPr>
          <p:nvPr/>
        </p:nvSpPr>
        <p:spPr>
          <a:xfrm>
            <a:off x="2152650" y="3067050"/>
            <a:ext cx="361950" cy="209550"/>
          </a:xfrm>
          <a:prstGeom prst="downArrow">
            <a:avLst/>
          </a:prstGeom>
          <a:solidFill>
            <a:srgbClr val="C74634"/>
          </a:solidFill>
          <a:ln w="9525">
            <a:solidFill>
              <a:srgbClr val="C74634"/>
            </a:solidFill>
            <a:prstDash val="solid"/>
          </a:ln>
        </p:spPr>
        <p:txBody>
          <a:bodyPr/>
          <a:lstStyle/>
          <a:p>
            <a:endParaRPr lang="en-US"/>
          </a:p>
        </p:txBody>
      </p:sp>
      <p:sp>
        <p:nvSpPr>
          <p:cNvPr id="21" name="Down Arrow 20">
            <a:extLst>
              <a:ext uri="{FF2B5EF4-FFF2-40B4-BE49-F238E27FC236}">
                <a16:creationId xmlns:a16="http://schemas.microsoft.com/office/drawing/2014/main" id="{A8E8CA16-03CF-4F0A-8F8A-7D3A849C95AE}"/>
              </a:ext>
            </a:extLst>
          </p:cNvPr>
          <p:cNvSpPr>
            <a:spLocks noGrp="1"/>
          </p:cNvSpPr>
          <p:nvPr/>
        </p:nvSpPr>
        <p:spPr>
          <a:xfrm>
            <a:off x="2152650" y="4362450"/>
            <a:ext cx="361950" cy="209550"/>
          </a:xfrm>
          <a:prstGeom prst="downArrow">
            <a:avLst/>
          </a:prstGeom>
          <a:solidFill>
            <a:srgbClr val="C74634"/>
          </a:solidFill>
          <a:ln w="9525">
            <a:solidFill>
              <a:srgbClr val="C74634"/>
            </a:solidFill>
            <a:prstDash val="solid"/>
          </a:ln>
        </p:spPr>
        <p:txBody>
          <a:bodyPr/>
          <a:lstStyle/>
          <a:p>
            <a:endParaRPr lang="en-US"/>
          </a:p>
        </p:txBody>
      </p:sp>
      <p:sp>
        <p:nvSpPr>
          <p:cNvPr id="22" name="Down Arrow 21">
            <a:extLst>
              <a:ext uri="{FF2B5EF4-FFF2-40B4-BE49-F238E27FC236}">
                <a16:creationId xmlns:a16="http://schemas.microsoft.com/office/drawing/2014/main" id="{ECF936B8-A01D-4F6E-B24E-A91C2E83EB84}"/>
              </a:ext>
            </a:extLst>
          </p:cNvPr>
          <p:cNvSpPr>
            <a:spLocks noGrp="1"/>
          </p:cNvSpPr>
          <p:nvPr/>
        </p:nvSpPr>
        <p:spPr>
          <a:xfrm>
            <a:off x="5915025" y="3067050"/>
            <a:ext cx="361950" cy="209550"/>
          </a:xfrm>
          <a:prstGeom prst="downArrow">
            <a:avLst/>
          </a:prstGeom>
          <a:solidFill>
            <a:srgbClr val="C74634"/>
          </a:solidFill>
          <a:ln w="9525">
            <a:solidFill>
              <a:srgbClr val="C74634"/>
            </a:solidFill>
            <a:prstDash val="solid"/>
          </a:ln>
        </p:spPr>
        <p:txBody>
          <a:bodyPr/>
          <a:lstStyle/>
          <a:p>
            <a:endParaRPr lang="en-US"/>
          </a:p>
        </p:txBody>
      </p:sp>
      <p:sp>
        <p:nvSpPr>
          <p:cNvPr id="23" name="Down Arrow 22">
            <a:extLst>
              <a:ext uri="{FF2B5EF4-FFF2-40B4-BE49-F238E27FC236}">
                <a16:creationId xmlns:a16="http://schemas.microsoft.com/office/drawing/2014/main" id="{DC536E64-8FBB-41B4-ABF8-335D15B7A934}"/>
              </a:ext>
            </a:extLst>
          </p:cNvPr>
          <p:cNvSpPr>
            <a:spLocks noGrp="1"/>
          </p:cNvSpPr>
          <p:nvPr/>
        </p:nvSpPr>
        <p:spPr>
          <a:xfrm>
            <a:off x="5915025" y="4362450"/>
            <a:ext cx="361950" cy="209550"/>
          </a:xfrm>
          <a:prstGeom prst="downArrow">
            <a:avLst/>
          </a:prstGeom>
          <a:solidFill>
            <a:srgbClr val="C74634"/>
          </a:solidFill>
          <a:ln w="9525">
            <a:solidFill>
              <a:srgbClr val="C74634"/>
            </a:solidFill>
            <a:prstDash val="solid"/>
          </a:ln>
        </p:spPr>
        <p:txBody>
          <a:bodyPr/>
          <a:lstStyle/>
          <a:p>
            <a:endParaRPr lang="en-US"/>
          </a:p>
        </p:txBody>
      </p:sp>
      <p:sp>
        <p:nvSpPr>
          <p:cNvPr id="24" name="Down Arrow 23">
            <a:extLst>
              <a:ext uri="{FF2B5EF4-FFF2-40B4-BE49-F238E27FC236}">
                <a16:creationId xmlns:a16="http://schemas.microsoft.com/office/drawing/2014/main" id="{C7D10A95-6583-43EB-B12B-2F2833B3B1E2}"/>
              </a:ext>
            </a:extLst>
          </p:cNvPr>
          <p:cNvSpPr>
            <a:spLocks noGrp="1"/>
          </p:cNvSpPr>
          <p:nvPr/>
        </p:nvSpPr>
        <p:spPr>
          <a:xfrm>
            <a:off x="9677400" y="3067050"/>
            <a:ext cx="361950" cy="209550"/>
          </a:xfrm>
          <a:prstGeom prst="downArrow">
            <a:avLst/>
          </a:prstGeom>
          <a:solidFill>
            <a:srgbClr val="C74634"/>
          </a:solidFill>
          <a:ln w="9525">
            <a:solidFill>
              <a:srgbClr val="C74634"/>
            </a:solidFill>
            <a:prstDash val="solid"/>
          </a:ln>
        </p:spPr>
        <p:txBody>
          <a:bodyPr/>
          <a:lstStyle/>
          <a:p>
            <a:endParaRPr lang="en-US"/>
          </a:p>
        </p:txBody>
      </p:sp>
      <p:sp>
        <p:nvSpPr>
          <p:cNvPr id="25" name="Down Arrow 24">
            <a:extLst>
              <a:ext uri="{FF2B5EF4-FFF2-40B4-BE49-F238E27FC236}">
                <a16:creationId xmlns:a16="http://schemas.microsoft.com/office/drawing/2014/main" id="{FD47A293-0E91-40EA-9E40-0ABA63BBEA08}"/>
              </a:ext>
            </a:extLst>
          </p:cNvPr>
          <p:cNvSpPr>
            <a:spLocks noGrp="1"/>
          </p:cNvSpPr>
          <p:nvPr/>
        </p:nvSpPr>
        <p:spPr>
          <a:xfrm>
            <a:off x="9677400" y="4362450"/>
            <a:ext cx="361950" cy="209550"/>
          </a:xfrm>
          <a:prstGeom prst="downArrow">
            <a:avLst/>
          </a:prstGeom>
          <a:solidFill>
            <a:srgbClr val="C74634"/>
          </a:solidFill>
          <a:ln w="9525">
            <a:solidFill>
              <a:srgbClr val="C74634"/>
            </a:solidFill>
            <a:prstDash val="solid"/>
          </a:ln>
        </p:spPr>
        <p:txBody>
          <a:bodyPr/>
          <a:lstStyle/>
          <a:p>
            <a:endParaRPr lang="en-US"/>
          </a:p>
        </p:txBody>
      </p:sp>
      <p:sp>
        <p:nvSpPr>
          <p:cNvPr id="26" name="Rounded Rectangle 25">
            <a:extLst>
              <a:ext uri="{FF2B5EF4-FFF2-40B4-BE49-F238E27FC236}">
                <a16:creationId xmlns:a16="http://schemas.microsoft.com/office/drawing/2014/main" id="{ACAA4689-D39C-4514-950F-27FE502D8D4A}"/>
              </a:ext>
            </a:extLst>
          </p:cNvPr>
          <p:cNvSpPr>
            <a:spLocks noGrp="1"/>
          </p:cNvSpPr>
          <p:nvPr/>
        </p:nvSpPr>
        <p:spPr>
          <a:xfrm>
            <a:off x="762000" y="5943600"/>
            <a:ext cx="10668000" cy="495300"/>
          </a:xfrm>
          <a:prstGeom prst="roundRect">
            <a:avLst>
              <a:gd name="adj" fmla="val 15385"/>
            </a:avLst>
          </a:prstGeom>
          <a:solidFill>
            <a:srgbClr val="FFFFFF"/>
          </a:solidFill>
          <a:ln w="14288">
            <a:solidFill>
              <a:srgbClr val="E4E7EB"/>
            </a:solidFill>
            <a:prstDash val="solid"/>
          </a:ln>
        </p:spPr>
        <p:txBody>
          <a:bodyPr lIns="171450" tIns="114300" rIns="171450" bIns="114300"/>
          <a:lstStyle/>
          <a:p>
            <a:r>
              <a:rPr sz="1125">
                <a:solidFill>
                  <a:srgbClr val="1F2933"/>
                </a:solidFill>
              </a:rPr>
              <a:t>Accessibility enters at step 5 before delegation. Human review checkpoints appear at step 6 before OCA execution and step 9 before final delivery.</a:t>
            </a:r>
          </a:p>
        </p:txBody>
      </p:sp>
      <p:sp>
        <p:nvSpPr>
          <p:cNvPr id="30" name="Slide Number Placeholder 6">
            <a:extLst>
              <a:ext uri="{FF2B5EF4-FFF2-40B4-BE49-F238E27FC236}">
                <a16:creationId xmlns:a16="http://schemas.microsoft.com/office/drawing/2014/main" id="{EC16AC5C-52ED-4B14-811D-47FC11450A00}"/>
              </a:ext>
            </a:extLst>
          </p:cNvPr>
          <p:cNvSpPr txBox="1">
            <a:spLocks/>
          </p:cNvSpPr>
          <p:nvPr/>
        </p:nvSpPr>
        <p:spPr>
          <a:xfrm>
            <a:off x="762000" y="6423660"/>
            <a:ext cx="599440" cy="365760"/>
          </a:xfrm>
          <a:prstGeom prst="rect">
            <a:avLst/>
          </a:prstGeom>
        </p:spPr>
        <p:txBody>
          <a:bodyPr vert="horz" lIns="0" tIns="0" rIns="0" bIns="0" rtlCol="0" anchor="ctr"/>
          <a:lstStyle>
            <a:defPPr>
              <a:defRPr lang="en-US"/>
            </a:defPPr>
            <a:lvl1pPr>
              <a:defRPr sz="900">
                <a:solidFill>
                  <a:srgbClr val="8B8580"/>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45D60D9-5372-5F40-9443-0F9AE5BDC3C8}" type="slidenum">
              <a:rPr lang="en-US"/>
              <a:pPr/>
              <a:t>11</a:t>
            </a:fld>
            <a:endParaRPr lang="en-US" dirty="0"/>
          </a:p>
        </p:txBody>
      </p:sp>
    </p:spTree>
    <p:extLst>
      <p:ext uri="{BB962C8B-B14F-4D97-AF65-F5344CB8AC3E}">
        <p14:creationId xmlns:p14="http://schemas.microsoft.com/office/powerpoint/2010/main" val="3944664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D1967-C318-4113-FB28-598F3E153353}"/>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9033AD8E-5321-B29B-B873-619D95E37FA9}"/>
              </a:ext>
            </a:extLst>
          </p:cNvPr>
          <p:cNvSpPr>
            <a:spLocks noGrp="1"/>
          </p:cNvSpPr>
          <p:nvPr>
            <p:ph type="body" sz="quarter" idx="11"/>
          </p:nvPr>
        </p:nvSpPr>
        <p:spPr/>
        <p:txBody>
          <a:bodyPr/>
          <a:lstStyle/>
          <a:p>
            <a:r>
              <a:rPr lang="en-US" dirty="0"/>
              <a:t>Digital Worker</a:t>
            </a:r>
          </a:p>
        </p:txBody>
      </p:sp>
      <p:sp>
        <p:nvSpPr>
          <p:cNvPr id="8" name="Content Placeholder 7">
            <a:extLst>
              <a:ext uri="{FF2B5EF4-FFF2-40B4-BE49-F238E27FC236}">
                <a16:creationId xmlns:a16="http://schemas.microsoft.com/office/drawing/2014/main" id="{4CAD8E3D-267E-32DA-B97C-80FE3845F88B}"/>
              </a:ext>
            </a:extLst>
          </p:cNvPr>
          <p:cNvSpPr>
            <a:spLocks noGrp="1"/>
          </p:cNvSpPr>
          <p:nvPr>
            <p:ph sz="quarter" idx="14"/>
          </p:nvPr>
        </p:nvSpPr>
        <p:spPr>
          <a:xfrm>
            <a:off x="766763" y="1609724"/>
            <a:ext cx="3300984" cy="3114676"/>
          </a:xfrm>
        </p:spPr>
        <p:txBody>
          <a:bodyPr/>
          <a:lstStyle/>
          <a:p>
            <a:r>
              <a:rPr lang="en-US" b="1" dirty="0"/>
              <a:t>Business impact</a:t>
            </a:r>
          </a:p>
          <a:p>
            <a:endParaRPr lang="en-US" dirty="0"/>
          </a:p>
          <a:p>
            <a:pPr>
              <a:lnSpc>
                <a:spcPct val="150000"/>
              </a:lnSpc>
            </a:pPr>
            <a:r>
              <a:rPr lang="en-US" sz="1500" dirty="0"/>
              <a:t>Reduction in planning overhead, accelerated delivery, improves review consistency, surfaces accessibility earlier, and gives teams a reusable Oracle delivery pattern.</a:t>
            </a:r>
          </a:p>
        </p:txBody>
      </p:sp>
      <p:sp>
        <p:nvSpPr>
          <p:cNvPr id="9" name="Content Placeholder 8">
            <a:extLst>
              <a:ext uri="{FF2B5EF4-FFF2-40B4-BE49-F238E27FC236}">
                <a16:creationId xmlns:a16="http://schemas.microsoft.com/office/drawing/2014/main" id="{86EF5A82-D6D2-4008-3F6B-9D0FBE8ED2E8}"/>
              </a:ext>
            </a:extLst>
          </p:cNvPr>
          <p:cNvSpPr>
            <a:spLocks noGrp="1"/>
          </p:cNvSpPr>
          <p:nvPr>
            <p:ph sz="quarter" idx="15"/>
          </p:nvPr>
        </p:nvSpPr>
        <p:spPr>
          <a:xfrm>
            <a:off x="4456083" y="1609724"/>
            <a:ext cx="3300984" cy="2623609"/>
          </a:xfrm>
        </p:spPr>
        <p:txBody>
          <a:bodyPr/>
          <a:lstStyle/>
          <a:p>
            <a:r>
              <a:rPr lang="en-US" b="1" dirty="0">
                <a:solidFill>
                  <a:srgbClr val="121722"/>
                </a:solidFill>
              </a:rPr>
              <a:t>Responsible AI</a:t>
            </a:r>
            <a:endParaRPr lang="en-US" dirty="0"/>
          </a:p>
          <a:p>
            <a:endParaRPr lang="en-US" sz="1400" dirty="0"/>
          </a:p>
          <a:p>
            <a:pPr>
              <a:lnSpc>
                <a:spcPct val="150000"/>
              </a:lnSpc>
            </a:pPr>
            <a:r>
              <a:rPr lang="en-US" sz="1500" dirty="0"/>
              <a:t>Human-in-the-loop review is mandatory; prompts and artifacts are traceable and can be customizable; fallback behavior keeps the flow safe when OCI Gen AI is unavailable.</a:t>
            </a:r>
          </a:p>
          <a:p>
            <a:endParaRPr lang="en-US" dirty="0"/>
          </a:p>
        </p:txBody>
      </p:sp>
      <p:sp>
        <p:nvSpPr>
          <p:cNvPr id="10" name="Content Placeholder 9">
            <a:extLst>
              <a:ext uri="{FF2B5EF4-FFF2-40B4-BE49-F238E27FC236}">
                <a16:creationId xmlns:a16="http://schemas.microsoft.com/office/drawing/2014/main" id="{0681DB2D-6F69-A607-D63A-B8A1B2E3B02E}"/>
              </a:ext>
            </a:extLst>
          </p:cNvPr>
          <p:cNvSpPr>
            <a:spLocks noGrp="1"/>
          </p:cNvSpPr>
          <p:nvPr>
            <p:ph sz="quarter" idx="16"/>
          </p:nvPr>
        </p:nvSpPr>
        <p:spPr>
          <a:xfrm>
            <a:off x="8145405" y="1609724"/>
            <a:ext cx="3300984" cy="2505076"/>
          </a:xfrm>
        </p:spPr>
        <p:txBody>
          <a:bodyPr/>
          <a:lstStyle/>
          <a:p>
            <a:r>
              <a:rPr lang="en-US" b="1" dirty="0">
                <a:solidFill>
                  <a:srgbClr val="121722"/>
                </a:solidFill>
              </a:rPr>
              <a:t>Demo summary</a:t>
            </a:r>
          </a:p>
          <a:p>
            <a:endParaRPr lang="en-US" sz="1400" dirty="0"/>
          </a:p>
          <a:p>
            <a:pPr>
              <a:lnSpc>
                <a:spcPct val="150000"/>
              </a:lnSpc>
            </a:pPr>
            <a:r>
              <a:rPr lang="en-US" sz="1500" dirty="0"/>
              <a:t>The demo shows intake, seven-stage planning, dashboard evidence, reviewer edits, OCA delegation, and final repo-level human approval.</a:t>
            </a:r>
          </a:p>
          <a:p>
            <a:endParaRPr lang="en-US" dirty="0"/>
          </a:p>
        </p:txBody>
      </p:sp>
      <p:sp>
        <p:nvSpPr>
          <p:cNvPr id="7" name="Title 1">
            <a:extLst>
              <a:ext uri="{FF2B5EF4-FFF2-40B4-BE49-F238E27FC236}">
                <a16:creationId xmlns:a16="http://schemas.microsoft.com/office/drawing/2014/main" id="{37E844B5-38C0-872D-B584-2592281F4738}"/>
              </a:ext>
            </a:extLst>
          </p:cNvPr>
          <p:cNvSpPr>
            <a:spLocks noGrp="1"/>
          </p:cNvSpPr>
          <p:nvPr>
            <p:ph type="title"/>
          </p:nvPr>
        </p:nvSpPr>
        <p:spPr/>
        <p:txBody>
          <a:bodyPr/>
          <a:lstStyle/>
          <a:p>
            <a:r>
              <a:rPr lang="en-US" dirty="0"/>
              <a:t>Summary</a:t>
            </a:r>
          </a:p>
        </p:txBody>
      </p:sp>
      <p:sp>
        <p:nvSpPr>
          <p:cNvPr id="20" name="Text 19">
            <a:extLst>
              <a:ext uri="{FF2B5EF4-FFF2-40B4-BE49-F238E27FC236}">
                <a16:creationId xmlns:a16="http://schemas.microsoft.com/office/drawing/2014/main" id="{E808D89E-372C-D3EB-12AE-666C2CCE6A76}"/>
              </a:ext>
            </a:extLst>
          </p:cNvPr>
          <p:cNvSpPr/>
          <p:nvPr/>
        </p:nvSpPr>
        <p:spPr>
          <a:xfrm>
            <a:off x="592599" y="4114800"/>
            <a:ext cx="11023600" cy="2374900"/>
          </a:xfrm>
          <a:prstGeom prst="rect">
            <a:avLst/>
          </a:prstGeom>
          <a:solidFill>
            <a:srgbClr val="FFF8EC"/>
          </a:solidFill>
          <a:ln w="12700">
            <a:solidFill>
              <a:srgbClr val="F3B24A"/>
            </a:solidFill>
            <a:prstDash val="solid"/>
          </a:ln>
        </p:spPr>
        <p:txBody>
          <a:bodyPr/>
          <a:lstStyle/>
          <a:p>
            <a:pPr>
              <a:lnSpc>
                <a:spcPts val="1575"/>
              </a:lnSpc>
              <a:spcAft>
                <a:spcPts val="450"/>
              </a:spcAft>
            </a:pPr>
            <a:r>
              <a:rPr lang="en-US" b="1" dirty="0"/>
              <a:t>Closing takeaway</a:t>
            </a:r>
            <a:br>
              <a:rPr lang="en-US" b="1" dirty="0"/>
            </a:br>
            <a:br>
              <a:rPr lang="en-US" sz="1700" dirty="0"/>
            </a:br>
            <a:r>
              <a:rPr lang="en-US" sz="1700" dirty="0"/>
              <a:t>ODT is not just an AI handoff tool. It uses a seven-stage guided pipeline to make work clearer, better scoped, easier to review, and better prepared before it reaches an OCA-enabled coding assistant.</a:t>
            </a:r>
            <a:br>
              <a:rPr lang="en-US" sz="1700" dirty="0"/>
            </a:br>
            <a:endParaRPr lang="en-US" sz="1700" dirty="0"/>
          </a:p>
          <a:p>
            <a:r>
              <a:rPr lang="en-US" sz="1700" dirty="0"/>
              <a:t>ODT starts earlier before code generation. It helps teams move from requirement to execution through a guided, review-ready path with human approval at the end.</a:t>
            </a:r>
          </a:p>
          <a:p>
            <a:br>
              <a:rPr lang="en-US" sz="1600" dirty="0"/>
            </a:br>
            <a:endParaRPr lang="en-US" sz="1700" dirty="0"/>
          </a:p>
        </p:txBody>
      </p:sp>
      <p:sp>
        <p:nvSpPr>
          <p:cNvPr id="2" name="Slide Number Placeholder 6">
            <a:extLst>
              <a:ext uri="{FF2B5EF4-FFF2-40B4-BE49-F238E27FC236}">
                <a16:creationId xmlns:a16="http://schemas.microsoft.com/office/drawing/2014/main" id="{4AAED128-B8B5-005D-AB9C-AE2ACC96F02A}"/>
              </a:ext>
            </a:extLst>
          </p:cNvPr>
          <p:cNvSpPr txBox="1">
            <a:spLocks/>
          </p:cNvSpPr>
          <p:nvPr/>
        </p:nvSpPr>
        <p:spPr>
          <a:xfrm>
            <a:off x="762000" y="6423660"/>
            <a:ext cx="599440" cy="365760"/>
          </a:xfrm>
          <a:prstGeom prst="rect">
            <a:avLst/>
          </a:prstGeom>
        </p:spPr>
        <p:txBody>
          <a:bodyPr vert="horz" lIns="0" tIns="0" rIns="0" bIns="0" rtlCol="0" anchor="ctr"/>
          <a:lstStyle>
            <a:defPPr>
              <a:defRPr lang="en-US"/>
            </a:defPPr>
            <a:lvl1pPr>
              <a:defRPr sz="900">
                <a:solidFill>
                  <a:srgbClr val="8B8580"/>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45D60D9-5372-5F40-9443-0F9AE5BDC3C8}" type="slidenum">
              <a:rPr lang="en-US"/>
              <a:pPr/>
              <a:t>12</a:t>
            </a:fld>
            <a:endParaRPr lang="en-US" dirty="0"/>
          </a:p>
        </p:txBody>
      </p:sp>
    </p:spTree>
    <p:extLst>
      <p:ext uri="{BB962C8B-B14F-4D97-AF65-F5344CB8AC3E}">
        <p14:creationId xmlns:p14="http://schemas.microsoft.com/office/powerpoint/2010/main" val="1581065395"/>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Oracle Logo" descr="Oracle Logo">
            <a:extLst>
              <a:ext uri="{FF2B5EF4-FFF2-40B4-BE49-F238E27FC236}">
                <a16:creationId xmlns:a16="http://schemas.microsoft.com/office/drawing/2014/main" id="{797601EC-5EF3-34EB-7C97-65D4B75C5D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bwMode="invGray">
          <a:xfrm>
            <a:off x="3647854" y="2915191"/>
            <a:ext cx="4896292" cy="1027617"/>
          </a:xfrm>
          <a:prstGeom prst="rect">
            <a:avLst/>
          </a:prstGeom>
        </p:spPr>
      </p:pic>
      <p:sp>
        <p:nvSpPr>
          <p:cNvPr id="2" name="Slide Number Placeholder 6">
            <a:extLst>
              <a:ext uri="{FF2B5EF4-FFF2-40B4-BE49-F238E27FC236}">
                <a16:creationId xmlns:a16="http://schemas.microsoft.com/office/drawing/2014/main" id="{4EAB13EA-7D0B-8041-2499-8AA1AB689204}"/>
              </a:ext>
            </a:extLst>
          </p:cNvPr>
          <p:cNvSpPr txBox="1">
            <a:spLocks/>
          </p:cNvSpPr>
          <p:nvPr/>
        </p:nvSpPr>
        <p:spPr>
          <a:xfrm>
            <a:off x="762000" y="6423660"/>
            <a:ext cx="599440" cy="365760"/>
          </a:xfrm>
          <a:prstGeom prst="rect">
            <a:avLst/>
          </a:prstGeom>
        </p:spPr>
        <p:txBody>
          <a:bodyPr vert="horz" lIns="0" tIns="0" rIns="0" bIns="0" rtlCol="0" anchor="ctr"/>
          <a:lstStyle>
            <a:defPPr>
              <a:defRPr lang="en-US"/>
            </a:defPPr>
            <a:lvl1pPr>
              <a:defRPr sz="900">
                <a:solidFill>
                  <a:srgbClr val="8B8580"/>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45D60D9-5372-5F40-9443-0F9AE5BDC3C8}" type="slidenum">
              <a:rPr lang="en-US"/>
              <a:pPr/>
              <a:t>13</a:t>
            </a:fld>
            <a:endParaRPr lang="en-US" dirty="0"/>
          </a:p>
        </p:txBody>
      </p:sp>
    </p:spTree>
    <p:extLst>
      <p:ext uri="{BB962C8B-B14F-4D97-AF65-F5344CB8AC3E}">
        <p14:creationId xmlns:p14="http://schemas.microsoft.com/office/powerpoint/2010/main" val="516635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arent Master Pillars">
  <a:themeElements>
    <a:clrScheme name="Oracle Redwood 08-2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00688C"/>
      </a:hlink>
      <a:folHlink>
        <a:srgbClr val="00688C"/>
      </a:folHlink>
    </a:clrScheme>
    <a:fontScheme name="Oracle Sans Tabular">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 name="Position 6">
      <a:srgbClr val="FFFFFF"/>
    </a:custClr>
    <a:custClr name="Highlight/hyperlink dark theme">
      <a:srgbClr val="F0CC71"/>
    </a:custClr>
    <a:custClr name="Highlight/numbered list light theme">
      <a:srgbClr val="AE562C"/>
    </a:custClr>
    <a:custClr name="Hyperlink light theme (default)">
      <a:srgbClr val="00688C"/>
    </a:custClr>
    <a:custClr name="Numbered list dark theme">
      <a:srgbClr val="759C6C"/>
    </a:custClr>
    <a:custClr name="Brand: Neutral 30">
      <a:srgbClr val="F1EFED"/>
    </a:custClr>
    <a:custClr name="Developer: Pebble 30">
      <a:srgbClr val="E7F0FD"/>
    </a:custClr>
    <a:custClr name="Database: Slate 30">
      <a:srgbClr val="E7F2F2"/>
    </a:custClr>
    <a:custClr name="Cloud Platform: Pine 30">
      <a:srgbClr val="E0F5E7"/>
    </a:custClr>
    <a:custClr name="Finance / Operations: Teal 30">
      <a:srgbClr val="E8F1F0"/>
    </a:custClr>
    <a:custClr name="NetSuite: Ocean 30">
      <a:srgbClr val="E7F2F5"/>
    </a:custClr>
    <a:custClr name="GBU: Lilac 30">
      <a:srgbClr val="EBEFFE"/>
    </a:custClr>
    <a:custClr name="CX/Marketing: Plum 30">
      <a:srgbClr val="F5ECFB"/>
    </a:custClr>
    <a:custClr name="HCM/HR: Rose 30">
      <a:srgbClr val="FBECEF"/>
    </a:custClr>
    <a:custClr name="SCM: Sienna 30">
      <a:srgbClr val="FCEDD9"/>
    </a:custClr>
    <a:custClr name="Brand: Neutral 70">
      <a:srgbClr val="AEA8A2"/>
    </a:custClr>
    <a:custClr name="Developer: Pebble 70">
      <a:srgbClr val="A2AAB6"/>
    </a:custClr>
    <a:custClr name="Database: Slate 70">
      <a:srgbClr val="99ADAE"/>
    </a:custClr>
    <a:custClr name="Cloud Platform: Pine 70">
      <a:srgbClr val="86B596"/>
    </a:custClr>
    <a:custClr name="Finance / Operations: Teal 70">
      <a:srgbClr val="89B2B0"/>
    </a:custClr>
    <a:custClr name="NetSuite: Ocean 70">
      <a:srgbClr val="81B2C3"/>
    </a:custClr>
    <a:custClr name="GBU: Lilac 70">
      <a:srgbClr val="A0A9C5"/>
    </a:custClr>
    <a:custClr name="CX/Marketing: Plum 70">
      <a:srgbClr val="B7A1C4"/>
    </a:custClr>
    <a:custClr name="HCM/HR: Rose 70">
      <a:srgbClr val="CE9BA7"/>
    </a:custClr>
    <a:custClr name="SCM: Sienna 70">
      <a:srgbClr val="D39F5D"/>
    </a:custClr>
    <a:custClr name="Brand: Neutral 140">
      <a:srgbClr val="514C47"/>
    </a:custClr>
    <a:custClr name="Developer: Pebble 140">
      <a:srgbClr val="494D53"/>
    </a:custClr>
    <a:custClr name="Database: Slate 140">
      <a:srgbClr val="464F4F"/>
    </a:custClr>
    <a:custClr name="Cloud Platform: Pine 140">
      <a:srgbClr val="33553C"/>
    </a:custClr>
    <a:custClr name="Finance / Operations: Teal 140">
      <a:srgbClr val="315357"/>
    </a:custClr>
    <a:custClr name="NetSuite: Ocean 140">
      <a:srgbClr val="2C5266"/>
    </a:custClr>
    <a:custClr name="GBU: Lilac 140">
      <a:srgbClr val="464C68"/>
    </a:custClr>
    <a:custClr name="CX/Marketing: Plum 140">
      <a:srgbClr val="594564"/>
    </a:custClr>
    <a:custClr name="HCM/HR: Rose 140">
      <a:srgbClr val="6C3F49"/>
    </a:custClr>
    <a:custClr name="SCM: Sienna 140">
      <a:srgbClr val="713F25"/>
    </a:custClr>
    <a:custClr name="Brand: Neutral 170">
      <a:srgbClr val="312D2A"/>
    </a:custClr>
    <a:custClr name="Developer: Pebble 170">
      <a:srgbClr val="2B2E32"/>
    </a:custClr>
    <a:custClr name="Database: Slate 170">
      <a:srgbClr val="2A2F2F"/>
    </a:custClr>
    <a:custClr name="Cloud Platform: Pine 170">
      <a:srgbClr val="1E3224"/>
    </a:custClr>
    <a:custClr name="Finance / Operations: Teal 170">
      <a:srgbClr val="1E3133"/>
    </a:custClr>
    <a:custClr name="NetSuite: Ocean 170">
      <a:srgbClr val="1A2F3F"/>
    </a:custClr>
    <a:custClr name="GBU: Lilac 170">
      <a:srgbClr val="2A2D3F"/>
    </a:custClr>
    <a:custClr name="CX/Marketing: Plum 170">
      <a:srgbClr val="36293C"/>
    </a:custClr>
    <a:custClr name="HCM/HR: Rose 170">
      <a:srgbClr val="41242B"/>
    </a:custClr>
    <a:custClr name="SCM: Sienna 170">
      <a:srgbClr val="442616"/>
    </a:custClr>
  </a:custClrLst>
  <a:extLst>
    <a:ext uri="{05A4C25C-085E-4340-85A3-A5531E510DB2}">
      <thm15:themeFamily xmlns:thm15="http://schemas.microsoft.com/office/thememl/2012/main" name="Presentation11" id="{EF6C5F29-0AF7-4B46-9B74-2C0A3C108051}" vid="{C555554A-CF15-4990-AA8D-E6993BB95CE2}"/>
    </a:ext>
  </a:extLst>
</a:theme>
</file>

<file path=ppt/theme/theme2.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racle Redwood 0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themeOverride>
</file>

<file path=docMetadata/LabelInfo.xml><?xml version="1.0" encoding="utf-8"?>
<clbl:labelList xmlns:clbl="http://schemas.microsoft.com/office/2020/mipLabelMetadata">
  <clbl:label id="{825c952f-1947-4719-99e7-7bc5a76060a8}" enabled="1" method="Privileged" siteId="{4e2c6054-71cb-48f1-bd6c-3a9705aca71b}" removed="0"/>
</clbl:labelList>
</file>

<file path=docProps/app.xml><?xml version="1.0" encoding="utf-8"?>
<Properties xmlns="http://schemas.openxmlformats.org/officeDocument/2006/extended-properties" xmlns:vt="http://schemas.openxmlformats.org/officeDocument/2006/docPropsVTypes">
  <Template/>
  <TotalTime>1880</TotalTime>
  <Words>2232</Words>
  <Application>Microsoft Macintosh PowerPoint</Application>
  <PresentationFormat>Widescreen</PresentationFormat>
  <Paragraphs>157</Paragraphs>
  <Slides>13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Arial</vt:lpstr>
      <vt:lpstr>Oracle Sans</vt:lpstr>
      <vt:lpstr>Oracle Sans Light</vt:lpstr>
      <vt:lpstr>Oracle Sans Tab</vt:lpstr>
      <vt:lpstr>Oracle Sans Tab Light</vt:lpstr>
      <vt:lpstr>System Font Regular</vt:lpstr>
      <vt:lpstr>Parent Master Pillars</vt:lpstr>
      <vt:lpstr>Oracle Code Assist (OCA) Hackathon 2026 Oracle CSS Innovation Studios </vt:lpstr>
      <vt:lpstr>Oracle Developer Twin (ODT)</vt:lpstr>
      <vt:lpstr>Oracle Developer Twin</vt:lpstr>
      <vt:lpstr>Technical Architecture</vt:lpstr>
      <vt:lpstr>Operational Detail</vt:lpstr>
      <vt:lpstr>Who Uses ODT and How Value Is Realized</vt:lpstr>
      <vt:lpstr>Execution, Guardrails, and Governance</vt:lpstr>
      <vt:lpstr>Digital Worker Operates in Practice- Practical Tested and Real Working Example</vt:lpstr>
      <vt:lpstr>Deep Dive: Execution in Practice</vt:lpstr>
      <vt:lpstr>Technology Stack Used</vt:lpstr>
      <vt:lpstr>PowerPoint Presentation</vt:lpstr>
      <vt:lpstr>Summary</vt:lpstr>
      <vt:lpstr>PowerPoint Presentation</vt:lpstr>
    </vt:vector>
  </TitlesOfParts>
  <Company>Oracle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FY23 Oracle Cloud Lift Services</dc:title>
  <dc:creator>Jason Tsang</dc:creator>
  <cp:lastModifiedBy>Vijay N</cp:lastModifiedBy>
  <cp:revision>142</cp:revision>
  <dcterms:created xsi:type="dcterms:W3CDTF">2022-08-31T02:19:04Z</dcterms:created>
  <dcterms:modified xsi:type="dcterms:W3CDTF">2026-04-25T11:40:05Z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2231507</vt:lpwstr>
  </property>
  <property fmtid="{D5CDD505-2E9C-101B-9397-08002B2CF9AE}" pid="3" name="NXPowerLiteSettings">
    <vt:lpwstr>C700052003A000</vt:lpwstr>
  </property>
  <property fmtid="{D5CDD505-2E9C-101B-9397-08002B2CF9AE}" pid="4" name="NXPowerLiteVersion">
    <vt:lpwstr>D8.0.11</vt:lpwstr>
  </property>
  <property fmtid="{D5CDD505-2E9C-101B-9397-08002B2CF9AE}" pid="5" name="ClassificationContentMarkingFooterLocations">
    <vt:lpwstr>Parent Master Pillars:7</vt:lpwstr>
  </property>
  <property fmtid="{D5CDD505-2E9C-101B-9397-08002B2CF9AE}" pid="6" name="ClassificationContentMarkingFooterText">
    <vt:lpwstr>Confidential - Oracle Restricted \Employees Only</vt:lpwstr>
  </property>
  <property fmtid="{D5CDD505-2E9C-101B-9397-08002B2CF9AE}" pid="7" name="ClassificationContentMarkingHeaderLocations">
    <vt:lpwstr>Parent Master Pillars:6</vt:lpwstr>
  </property>
  <property fmtid="{D5CDD505-2E9C-101B-9397-08002B2CF9AE}" pid="8" name="ClassificationContentMarkingHeaderText">
    <vt:lpwstr>Confidential - Oracle Restricted \Employees Only</vt:lpwstr>
  </property>
</Properties>
</file>