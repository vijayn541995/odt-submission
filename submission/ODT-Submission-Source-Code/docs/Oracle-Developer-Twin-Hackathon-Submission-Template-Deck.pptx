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d71bc95dcb4cb1" /><Relationship Type="http://schemas.openxmlformats.org/officeDocument/2006/relationships/extended-properties" Target="/docProps/app.xml" Id="R384e1b44c2f743aa" /><Relationship Type="http://schemas.openxmlformats.org/officeDocument/2006/relationships/officeDocument" Target="/ppt/presentation.xml" Id="R403df80ce99944df" /></Relationships>
</file>

<file path=ppt/presentation.xml><?xml version="1.0" encoding="utf-8"?>
<p:presentation xmlns:p="http://schemas.openxmlformats.org/presentationml/2006/main">
  <p:sldMasterIdLst>
    <p:sldMasterId xmlns:r="http://schemas.openxmlformats.org/officeDocument/2006/relationships" id="2147483648" r:id="Rdb6b4dc1ac5943e8"/>
  </p:sldMasterIdLst>
  <p:notesMasterIdLst>
    <p:notesMasterId xmlns:r="http://schemas.openxmlformats.org/officeDocument/2006/relationships" r:id="Rc0258a29e95d4f3e"/>
  </p:notesMasterIdLst>
  <p:sldIdLst>
    <p:sldId xmlns:r="http://schemas.openxmlformats.org/officeDocument/2006/relationships" id="256" r:id="R17f4d904eea84bd3"/>
    <p:sldId xmlns:r="http://schemas.openxmlformats.org/officeDocument/2006/relationships" id="257" r:id="R9bf6e9e3dc474eca"/>
    <p:sldId xmlns:r="http://schemas.openxmlformats.org/officeDocument/2006/relationships" id="258" r:id="Rc4a286577c7b4aef"/>
    <p:sldId xmlns:r="http://schemas.openxmlformats.org/officeDocument/2006/relationships" id="259" r:id="R859c92bfab0a475e"/>
    <p:sldId xmlns:r="http://schemas.openxmlformats.org/officeDocument/2006/relationships" id="260" r:id="R1170773fa61e418d"/>
    <p:sldId xmlns:r="http://schemas.openxmlformats.org/officeDocument/2006/relationships" id="261" r:id="R76109b76391c4cbd"/>
    <p:sldId xmlns:r="http://schemas.openxmlformats.org/officeDocument/2006/relationships" id="262" r:id="R8835b562bc6a4fd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b6b4dc1ac5943e8" /><Relationship Type="http://schemas.openxmlformats.org/officeDocument/2006/relationships/theme" Target="/ppt/theme/theme1.xml" Id="R72adad6d59384c73" /><Relationship Type="http://schemas.openxmlformats.org/officeDocument/2006/relationships/notesMaster" Target="/ppt/notesMasters/notesMaster1.xml" Id="Rc0258a29e95d4f3e" /><Relationship Type="http://schemas.openxmlformats.org/officeDocument/2006/relationships/presProps" Target="/ppt/presProps.xml" Id="Rb28afc59bccd46bf" /><Relationship Type="http://schemas.openxmlformats.org/officeDocument/2006/relationships/viewProps" Target="/ppt/viewProps.xml" Id="Rd7f5f619f56346a5" /><Relationship Type="http://schemas.openxmlformats.org/officeDocument/2006/relationships/tableStyles" Target="/ppt/tableStyles.xml" Id="R49ea4a614f6747c9" /><Relationship Type="http://schemas.openxmlformats.org/officeDocument/2006/relationships/slide" Target="/ppt/slides/slide1.xml" Id="R17f4d904eea84bd3" /><Relationship Type="http://schemas.openxmlformats.org/officeDocument/2006/relationships/slide" Target="/ppt/slides/slide2.xml" Id="R9bf6e9e3dc474eca" /><Relationship Type="http://schemas.openxmlformats.org/officeDocument/2006/relationships/slide" Target="/ppt/slides/slide3.xml" Id="Rc4a286577c7b4aef" /><Relationship Type="http://schemas.openxmlformats.org/officeDocument/2006/relationships/slide" Target="/ppt/slides/slide4.xml" Id="R859c92bfab0a475e" /><Relationship Type="http://schemas.openxmlformats.org/officeDocument/2006/relationships/slide" Target="/ppt/slides/slide5.xml" Id="R1170773fa61e418d" /><Relationship Type="http://schemas.openxmlformats.org/officeDocument/2006/relationships/slide" Target="/ppt/slides/slide6.xml" Id="R76109b76391c4cbd" /><Relationship Type="http://schemas.openxmlformats.org/officeDocument/2006/relationships/slide" Target="/ppt/slides/slide7.xml" Id="R8835b562bc6a4f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3043faf082b4d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racle Redwood 08-26-2020">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ffice">
      <a:majorFont>
        <a:latin typeface="Calibri Light"/>
        <a:ea typeface="Calibri Light"/>
        <a:cs typeface="Calibri Light"/>
      </a:majorFont>
      <a:minorFont>
        <a:latin typeface="Calibri"/>
        <a:ea typeface="Calibri"/>
        <a:cs typeface="Calibri"/>
      </a:minorFont>
    </a:fontScheme>
    <a:fmtScheme name="Oracle Redwood 08-26-2020">
      <a:fillStyleLst>
        <a:solidFill>
          <a:schemeClr val="phClr"/>
        </a:solidFill>
        <a:solidFill>
          <a:schemeClr val="dk1"/>
        </a:solidFill>
        <a:solidFill>
          <a:schemeClr val="accent1"/>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8529312f8748b1" /><Relationship Type="http://schemas.openxmlformats.org/officeDocument/2006/relationships/notesMaster" Target="/ppt/notesMasters/notesMaster1.xml" Id="Rea1fa382db024e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a5245966514c9b" /><Relationship Type="http://schemas.openxmlformats.org/officeDocument/2006/relationships/notesMaster" Target="/ppt/notesMasters/notesMaster1.xml" Id="R27b87257f5c942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a6ca0fc9424f75" /><Relationship Type="http://schemas.openxmlformats.org/officeDocument/2006/relationships/notesMaster" Target="/ppt/notesMasters/notesMaster1.xml" Id="Rfb0f794a726e4e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f0bbb368cf491e" /><Relationship Type="http://schemas.openxmlformats.org/officeDocument/2006/relationships/notesMaster" Target="/ppt/notesMasters/notesMaster1.xml" Id="R28a1b96807754e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d80043b1254cd1" /><Relationship Type="http://schemas.openxmlformats.org/officeDocument/2006/relationships/notesMaster" Target="/ppt/notesMasters/notesMaster1.xml" Id="R3616529ce02b49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aef1d8e90e4c34" /><Relationship Type="http://schemas.openxmlformats.org/officeDocument/2006/relationships/notesMaster" Target="/ppt/notesMasters/notesMaster1.xml" Id="Rcab5f9e7d17e48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aa2dcd80d947e9" /><Relationship Type="http://schemas.openxmlformats.org/officeDocument/2006/relationships/notesMaster" Target="/ppt/notesMasters/notesMaster1.xml" Id="Racea43cb21a74b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Oracle Developer Twin is a human-reviewed Digital Worker for software delivery. Instead of jumping straight to code generation, it starts by helping developers stay closer to the requirement, understand scope, and prepare a safe implementation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enterprise delivery, a significant amount of effort goes into turning a requirement into clear scope, impacted files, test direction, accessibility guidance, and reliable execution prompts. Oracle Developer Twin helps organize that necessary work so developers can focus on the decisions that matter most.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ODT acts as a governed SDLC co-worker. It hardens the requirement, analyzes repo impact, prepares hybrid prompts, supports code and test guidance, and keeps human review in the loop before re-analysis, before delegation, and before merge.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ODT plans and governs the work, OCI can optionally generate stage prompts, OCA executes the implementation path, and the human remains the approval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practice, a developer enters the work item, selects the repo, reviews the evidence, and delegates only when ready. Reviewer edits and stage overrides can be added at any point, and OCI GenAI prompt generation remains optional because fallback prompts keep the workflow resilient.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value is straightforward: less repetitive support work around delivery, more consistent review, earlier accessibility visibility, and better collaboration between developers and AI. Human judgment remains central to the final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slide only if judges ask for technical depth. It shows the governed sequence clearly: ODT intake and impact analysis, hybrid OCI or fallback prompting, code and unit-test guidance with Oracle accessibility expectations, a human review checkpoint before delegation, governed OCA execution, and final human approval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da0bb738154ec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f0bd84efdf44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5e6643c2464d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e8277d109c4e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07ff595782408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7cd854de3a499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e381e043a5546c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3ef19308e9d433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237977b6c064c5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ee4688b0c4c4cb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0e6993fc94b4ed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f8992f02990841a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e0a1e70dd71e480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f71f001fc914a13"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70e57120ce49451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99c0f0379ac4447"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4305cffdd8d543b7"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6bcb6fdc6194705"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2e2594a869894a56"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78e9496d4d87436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8595f435bb0140db"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059d3fb176744b52"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32517bed43af4914"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ba20059bf77c4b37"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920db4eea5b749da"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010241ca85a946e9"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eac4efb6b9f34fed"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2cc7484ed3984987"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7e6ea54840f64c69"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2d7d0703593d4452"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5d8f5933f8a84558"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2df476d0997243fc"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88c0840b5b4e444b"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7a2b806ed7b24da2"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c7b4fa74667b4d70"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297b67f496ef470a"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291fb99259054fb4"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bb11fb536ffd4361"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ef8c6d032f044eea"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6f40d596b8514824"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7a593249250c45da"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418a07b48ccf4d40"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0390fcb24c674ff7"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db94e302504e46f4"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bb9fd42feaf1477d"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c3622c6a37884034"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e356ecf9e9fe4e45"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415d06ef5e834393"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20fd75c3b55f4bec"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fc67c2faa486491f"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4b7e399f110b4d5c"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cc8ecee65f8441df"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aa3eac8fd2fc4687"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xml" Id="Rbfb44ada65534a7d"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xml" Id="R86aaf6b546bc4cb9"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xml" Id="R5d194f910af74238"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xml" Id="R1544f3df34884890"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xml" Id="R69a5a20c4c1a4d82"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xml" Id="R2470e3563da8446e"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xml" Id="Rd9a51466c098455e"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xml" Id="Rf65caa64ca8b47c8"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xml" Id="R64ce427f25e74b56"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1.xml" Id="R3f83cfcc0a2e4889" /></Relationships>
</file>

<file path=ppt/slideLayouts/slideLayout1.xml><?xml version="1.0" encoding="utf-8"?>
<p:sldLayout xmlns:p="http://schemas.openxmlformats.org/presentationml/2006/main">
  <p:cSld>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Light - Numbered Outline 2 Column">
    <p:bg>
      <p:bgPr>
        <a:solidFill xmlns:a="http://schemas.openxmlformats.org/drawingml/2006/main">
          <a:schemeClr val="bg1"/>
        </a:solidFill>
      </p:bgPr>
    </p:bg>
    <p:spTree>
      <p:nvGrpSpPr>
        <p:cNvPr id="1" name=""/>
        <p:cNvGrpSpPr/>
        <p:nvPr/>
      </p:nvGrpSpPr>
      <p:grpSpPr>
        <a:xfrm xmlns:a="http://schemas.openxmlformats.org/drawingml/2006/main"/>
      </p:grpSpPr>
      <p:sp>
        <p:nvSpPr>
          <p:cNvPr id="4" name="Text Placeholder 3">
            <a:extLst xmlns:a="http://schemas.openxmlformats.org/drawingml/2006/main">
              <a:ext uri="{FF2B5EF4-FFF2-40B4-BE49-F238E27FC236}">
                <a16:creationId xmlns:a16="http://schemas.microsoft.com/office/drawing/2014/main" id="{0CACCDE9-9415-4B6A-88C5-02BDAA76AAC8}"/>
              </a:ext>
            </a:extLst>
          </p:cNvPr>
          <p:cNvSpPr/>
          <p:nvPr>
            <p:ph type="body" idx="43"/>
          </p:nvPr>
        </p:nvSpPr>
        <p:spPr>
          <a:xfrm xmlns:a="http://schemas.openxmlformats.org/drawingml/2006/main">
            <a:off x="762000" y="1609724"/>
            <a:ext cx="5084064" cy="4505325"/>
          </a:xfrm>
        </p:spPr>
        <p:txBody>
          <a:bodyPr xmlns:a="http://schemas.openxmlformats.org/drawingml/2006/main" vert="horz" lIns="0" tIns="0" rIns="0" bIns="0">
            <a:noAutofit/>
          </a:bodyPr>
          <a:lstStyle xmlns:a="http://schemas.openxmlformats.org/drawingml/2006/main">
            <a:lvl1pPr marL="365125" indent="-365125">
              <a:buAutoNum type="arabicPeriod"/>
              <a:defRPr/>
            </a:lvl1pPr>
            <a:lvl2pPr marL="548640">
              <a:buNone/>
              <a:defRPr/>
            </a:lvl2pPr>
            <a:lvl3pPr marL="731520">
              <a:buNone/>
              <a:defRPr/>
            </a:lvl3pPr>
            <a:lvl4pPr marL="914400">
              <a:buNone/>
              <a:defRPr/>
            </a:lvl4pPr>
            <a:lvl5pPr marL="1097280">
              <a:buNone/>
              <a:defRPr/>
            </a:lvl5pPr>
          </a:lstStyle>
          <a:p xmlns:a="http://schemas.openxmlformats.org/drawingml/2006/main"/>
        </p:txBody>
      </p:sp>
      <p:sp>
        <p:nvSpPr>
          <p:cNvPr id="8" name="Title 7">
            <a:extLst xmlns:a="http://schemas.openxmlformats.org/drawingml/2006/main">
              <a:ext uri="{FF2B5EF4-FFF2-40B4-BE49-F238E27FC236}">
                <a16:creationId xmlns:a16="http://schemas.microsoft.com/office/drawing/2014/main" id="{9C807732-3520-4DBF-9B75-86BA2E562DF0}"/>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2BF46362-5F33-4F04-9B32-535D333E29C7}"/>
              </a:ext>
            </a:extLst>
          </p:cNvPr>
          <p:cNvSpPr/>
          <p:nvPr>
            <p:ph type="dt" idx="45"/>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4561260-593D-4AD6-A0E4-834F8BAAC63D}"/>
              </a:ext>
            </a:extLst>
          </p:cNvPr>
          <p:cNvSpPr/>
          <p:nvPr>
            <p:ph type="ftr" idx="46"/>
          </p:nvPr>
        </p:nvSpPr>
        <p:spPr/>
        <p:txBody>
          <a:bodyPr xmlns:a="http://schemas.openxmlformats.org/drawingml/2006/main"/>
          <a:lstStyle xmlns:a="http://schemas.openxmlformats.org/drawingml/2006/main"/>
          <a:p xmlns:a="http://schemas.openxmlformats.org/drawingml/2006/main"/>
        </p:txBody>
      </p:sp>
      <p:sp>
        <p:nvSpPr>
          <p:cNvPr id="9" name="Text Placeholder 3">
            <a:extLst xmlns:a="http://schemas.openxmlformats.org/drawingml/2006/main">
              <a:ext uri="{FF2B5EF4-FFF2-40B4-BE49-F238E27FC236}">
                <a16:creationId xmlns:a16="http://schemas.microsoft.com/office/drawing/2014/main" id="{93AB42C3-C7C2-47CD-8E87-C5D5963E7A0E}"/>
              </a:ext>
            </a:extLst>
          </p:cNvPr>
          <p:cNvSpPr/>
          <p:nvPr>
            <p:ph type="body" idx="48"/>
          </p:nvPr>
        </p:nvSpPr>
        <p:spPr>
          <a:xfrm xmlns:a="http://schemas.openxmlformats.org/drawingml/2006/main">
            <a:off x="6364986" y="1609724"/>
            <a:ext cx="5084064" cy="4505325"/>
          </a:xfrm>
        </p:spPr>
        <p:txBody>
          <a:bodyPr xmlns:a="http://schemas.openxmlformats.org/drawingml/2006/main" vert="horz" lIns="0" tIns="0" rIns="0" bIns="0">
            <a:noAutofit/>
          </a:bodyPr>
          <a:lstStyle xmlns:a="http://schemas.openxmlformats.org/drawingml/2006/main">
            <a:lvl1pPr marL="365125" indent="-365125">
              <a:buAutoNum type="arabicPeriod"/>
              <a:defRPr/>
            </a:lvl1pPr>
            <a:lvl2pPr marL="548640">
              <a:buNone/>
              <a:defRPr/>
            </a:lvl2pPr>
            <a:lvl3pPr marL="731520">
              <a:buNone/>
              <a:defRPr/>
            </a:lvl3pPr>
            <a:lvl4pPr marL="914400">
              <a:buNone/>
              <a:defRPr/>
            </a:lvl4pPr>
            <a:lvl5pPr marL="1097280">
              <a:buNone/>
              <a:defRPr/>
            </a:lvl5pPr>
          </a:lstStyle>
          <a:p xmlns:a="http://schemas.openxmlformats.org/drawingml/2006/main"/>
        </p:txBody>
      </p:sp>
    </p:spTree>
  </p:cSld>
</p:sldLayout>
</file>

<file path=ppt/slideLayouts/slideLayout3.xml><?xml version="1.0" encoding="utf-8"?>
<p:sldLayout xmlns:p="http://schemas.openxmlformats.org/presentationml/2006/main">
  <p:cSld name="Dark - Title/Subtitle 4 Column">
    <p:bg>
      <p:bgRef idx="1001">
        <a:schemeClr xmlns:a="http://schemas.openxmlformats.org/drawingml/2006/main" val="bg1"/>
      </p:bgRef>
    </p:bg>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5" name="Title 4">
            <a:extLst xmlns:a="http://schemas.openxmlformats.org/drawingml/2006/main">
              <a:ext uri="{FF2B5EF4-FFF2-40B4-BE49-F238E27FC236}">
                <a16:creationId xmlns:a16="http://schemas.microsoft.com/office/drawing/2014/main" id="{1467A894-8EF4-484B-BF49-DF2E9F970DE5}"/>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CE422C40-A387-420C-B07A-9F6BE08313A1}"/>
              </a:ext>
            </a:extLst>
          </p:cNvPr>
          <p:cNvSpPr/>
          <p:nvPr>
            <p:ph type="dt" idx="18"/>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7550E71C-CB99-4BD4-8252-ED7D062329F5}"/>
              </a:ext>
            </a:extLst>
          </p:cNvPr>
          <p:cNvSpPr/>
          <p:nvPr>
            <p:ph type="ftr" idx="1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p:cSld name="Light - Title/Subtitle">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p:nvPr>
            <p:ph type="body" idx="11"/>
          </p:nvPr>
        </p:nvSpPr>
        <p:spPr>
          <a:xfrm xmlns:a="http://schemas.openxmlformats.org/drawingml/2006/main">
            <a:off x="762000" y="1024235"/>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4" name="Title 3">
            <a:extLst xmlns:a="http://schemas.openxmlformats.org/drawingml/2006/main">
              <a:ext uri="{FF2B5EF4-FFF2-40B4-BE49-F238E27FC236}">
                <a16:creationId xmlns:a16="http://schemas.microsoft.com/office/drawing/2014/main" id="{AC6A8D35-C90D-428D-8E15-6F958679D94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56526A55-50C7-43D1-9A4E-DE6E31578685}"/>
              </a:ext>
            </a:extLst>
          </p:cNvPr>
          <p:cNvSpPr/>
          <p:nvPr>
            <p:ph type="dt" idx="12"/>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47ED885-1287-4046-BFFE-E5DEC702C7AE}"/>
              </a:ext>
            </a:extLst>
          </p:cNvPr>
          <p:cNvSpPr/>
          <p:nvPr>
            <p:ph type="ftr" idx="13"/>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p:cSld name="Light - Data Texture 07 Blank">
    <p:bg>
      <p:bgRef idx="1001">
        <a:schemeClr xmlns:a="http://schemas.openxmlformats.org/drawingml/2006/main" val="bg1"/>
      </p:bgRef>
    </p:bg>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ADFA4C3-C577-4944-B23B-0E8CEECA00F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EE548FBC-C180-4348-924F-1AD0DE33EC94}"/>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p:cSld name="Dark - Data Texture 19 Blank">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8A7CFD62-A920-45CB-9691-083BA5642432}"/>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8C4B8371-BFE0-4C4C-9EC8-651A59790856}"/>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p:cSld name="Light - Remote Speaker">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D94542D5-A1D6-E542-963D-B72B60EDE019}"/>
              </a:ext>
            </a:extLst>
          </p:cNvPr>
          <p:cNvSpPr/>
          <p:nvPr>
            <p:ph type="title" idx="0"/>
          </p:nvPr>
        </p:nvSpPr>
        <p:spPr>
          <a:xfrm xmlns:a="http://schemas.openxmlformats.org/drawingml/2006/main">
            <a:off x="5385816" y="2351724"/>
            <a:ext cx="6297167" cy="822960"/>
          </a:xfrm>
        </p:spPr>
        <p:txBody>
          <a:bodyPr xmlns:a="http://schemas.openxmlformats.org/drawingml/2006/main" vert="horz" lIns="0" tIns="0" rIns="0" bIns="0" anchor="b">
            <a:noAutofit/>
          </a:bodyPr>
          <a:lstStyle xmlns:a="http://schemas.openxmlformats.org/drawingml/2006/main">
            <a:lvl1pPr>
              <a:buNone/>
              <a:defRPr sz="2400" b="1" i="0">
                <a:latin typeface="Oracle Sans Tab"/>
                <a:ea typeface="Oracle Sans Tab"/>
                <a:cs typeface="Oracle Sans Tab"/>
              </a:defRPr>
            </a:lvl1pPr>
          </a:lstStyle>
          <a:p xmlns:a="http://schemas.openxmlformats.org/drawingml/2006/main"/>
        </p:txBody>
      </p:sp>
      <p:sp>
        <p:nvSpPr>
          <p:cNvPr id="21" name="Text Field">
            <a:extLst xmlns:a="http://schemas.openxmlformats.org/drawingml/2006/main">
              <a:ext uri="{FF2B5EF4-FFF2-40B4-BE49-F238E27FC236}">
                <a16:creationId xmlns:a16="http://schemas.microsoft.com/office/drawing/2014/main" id="{517ED098-6976-5549-9CFB-EE89734AF8D4}"/>
              </a:ext>
            </a:extLst>
          </p:cNvPr>
          <p:cNvSpPr/>
          <p:nvPr>
            <p:ph type="body" idx="16"/>
          </p:nvPr>
        </p:nvSpPr>
        <p:spPr>
          <a:xfrm xmlns:a="http://schemas.openxmlformats.org/drawingml/2006/main">
            <a:off x="5385816" y="3662156"/>
            <a:ext cx="6297168" cy="1132486"/>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a:buNone/>
              <a:defRPr sz="2000"/>
            </a:lvl1pPr>
          </a:lstStyle>
          <a:p xmlns:a="http://schemas.openxmlformats.org/drawingml/2006/main"/>
        </p:txBody>
      </p:sp>
      <p:sp>
        <p:nvSpPr>
          <p:cNvPr id="3" name="Picture Placeholder 2">
            <a:extLst xmlns:a="http://schemas.openxmlformats.org/drawingml/2006/main">
              <a:ext uri="{FF2B5EF4-FFF2-40B4-BE49-F238E27FC236}">
                <a16:creationId xmlns:a16="http://schemas.microsoft.com/office/drawing/2014/main" id="{32F5E131-FF87-4B2F-9DB6-B4DB095B758D}"/>
              </a:ext>
            </a:extLst>
          </p:cNvPr>
          <p:cNvSpPr/>
          <p:nvPr>
            <p:ph type="pic" idx="20"/>
          </p:nvPr>
        </p:nvSpPr>
        <p:spPr>
          <a:xfrm xmlns:a="http://schemas.openxmlformats.org/drawingml/2006/main">
            <a:off x="0" y="0"/>
            <a:ext cx="4876800" cy="6858000"/>
          </a:xfrm>
        </p:spPr>
        <p:txBody>
          <a:bodyPr xmlns:a="http://schemas.openxmlformats.org/drawingml/2006/main" anchor="ctr"/>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BC86FB79-6AF9-4538-98F2-33825A26DECE}"/>
              </a:ext>
            </a:extLst>
          </p:cNvPr>
          <p:cNvSpPr/>
          <p:nvPr>
            <p:ph type="dt" idx="21"/>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4D6A4509-AC78-4360-9126-01A3BC6609AC}"/>
              </a:ext>
            </a:extLst>
          </p:cNvPr>
          <p:cNvSpPr/>
          <p:nvPr>
            <p:ph type="ftr" idx="2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cSld name="Dark - Quote with Picture">
    <p:bg>
      <p:bgRef idx="1001">
        <a:schemeClr xmlns:a="http://schemas.openxmlformats.org/drawingml/2006/main" val="bg1"/>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E7972264-22BA-4EDF-A0AC-13C683A7DA78}"/>
              </a:ext>
            </a:extLst>
          </p:cNvPr>
          <p:cNvSpPr/>
          <p:nvPr>
            <p:ph type="title" idx="0"/>
          </p:nvPr>
        </p:nvSpPr>
        <p:spPr>
          <a:xfrm xmlns:a="http://schemas.openxmlformats.org/drawingml/2006/main">
            <a:off x="5378728" y="2435027"/>
            <a:ext cx="6051272" cy="1846659"/>
          </a:xfrm>
        </p:spPr>
        <p:txBody>
          <a:bodyPr xmlns:a="http://schemas.openxmlformats.org/drawingml/2006/main" vert="horz" wrap="square" lIns="0" tIns="0" rIns="0" bIns="0" anchor="b">
            <a:spAutoFit/>
          </a:bodyPr>
          <a:lstStyle xmlns:a="http://schemas.openxmlformats.org/drawingml/2006/main">
            <a:lvl1pPr>
              <a:lnSpc>
                <a:spcPct val="100000"/>
              </a:lnSpc>
              <a:buNone/>
              <a:defRPr sz="3000" b="0">
                <a:latin typeface="+mj-lt"/>
                <a:ea typeface="+mj-lt"/>
                <a:cs typeface="+mj-lt"/>
              </a:defRPr>
            </a:lvl1pPr>
          </a:lstStyle>
          <a:p xmlns:a="http://schemas.openxmlformats.org/drawingml/2006/main"/>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p:nvPr>
            <p:ph type="body" idx="37"/>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p:nvPr>
            <p:ph type="body" idx="36"/>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buNone/>
              <a:defRPr/>
            </a:lvl1pPr>
          </a:lstStyle>
          <a:p xmlns:a="http://schemas.openxmlformats.org/drawingml/2006/main"/>
        </p:txBody>
      </p:sp>
      <p:sp>
        <p:nvSpPr>
          <p:cNvPr id="12" name="Picture Placeholder 6">
            <a:extLst xmlns:a="http://schemas.openxmlformats.org/drawingml/2006/main">
              <a:ext uri="{FF2B5EF4-FFF2-40B4-BE49-F238E27FC236}">
                <a16:creationId xmlns:a16="http://schemas.microsoft.com/office/drawing/2014/main" id="{B09CBC8C-115F-4556-A4E2-129D0E230A87}"/>
              </a:ext>
            </a:extLst>
          </p:cNvPr>
          <p:cNvSpPr/>
          <p:nvPr>
            <p:ph type="pic" idx="41"/>
          </p:nvPr>
        </p:nvSpPr>
        <p:spPr>
          <a:xfrm xmlns:a="http://schemas.openxmlformats.org/drawingml/2006/main">
            <a:off x="5434085" y="1206535"/>
            <a:ext cx="2944208" cy="841248"/>
          </a:xfrm>
        </p:spPr>
        <p:txBody>
          <a:bodyPr xmlns:a="http://schemas.openxmlformats.org/drawingml/2006/main" anchor="ctr"/>
          <a:lstStyle xmlns:a="http://schemas.openxmlformats.org/drawingml/2006/main">
            <a:lvl1pPr>
              <a:buNone/>
              <a:defRPr/>
            </a:lvl1pPr>
          </a:lstStyle>
          <a:p xmlns:a="http://schemas.openxmlformats.org/drawingml/2006/main"/>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p:nvPr>
            <p:ph type="pic" idx="42"/>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indent="0" algn="l">
              <a:lnSpc>
                <a:spcPct val="95000"/>
              </a:lnSpc>
              <a:spcBef>
                <a:spcPts val="600"/>
              </a:spcBef>
              <a:spcAft>
                <a:spcPts val="0"/>
              </a:spcAft>
              <a:buNone/>
              <a:defRPr/>
            </a:lvl1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D906CAD6-29C8-4422-A48D-D8830936B44F}"/>
              </a:ext>
            </a:extLst>
          </p:cNvPr>
          <p:cNvSpPr/>
          <p:nvPr>
            <p:ph type="dt" idx="43"/>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D7B2E353-DA56-4DDC-BA6A-8DBF5B35499D}"/>
              </a:ext>
            </a:extLst>
          </p:cNvPr>
          <p:cNvSpPr/>
          <p:nvPr>
            <p:ph type="ftr" idx="44"/>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p:cSld name="1_Dark - Divider">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DBAE7266-CBC0-47D9-85A0-91E01109381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9" name="Title 5">
            <a:extLst xmlns:a="http://schemas.openxmlformats.org/drawingml/2006/main">
              <a:ext uri="{FF2B5EF4-FFF2-40B4-BE49-F238E27FC236}">
                <a16:creationId xmlns:a16="http://schemas.microsoft.com/office/drawing/2014/main" id="{7856B97A-8557-4DB6-9175-7EBD0C8937DD}"/>
              </a:ext>
            </a:extLst>
          </p:cNvPr>
          <p:cNvSpPr/>
          <p:nvPr>
            <p:ph type="title" idx="0"/>
          </p:nvPr>
        </p:nvSpPr>
        <p:spPr>
          <a:xfrm xmlns:a="http://schemas.openxmlformats.org/drawingml/2006/main">
            <a:off x="768871" y="2337132"/>
            <a:ext cx="10158984" cy="1280160"/>
          </a:xfrm>
        </p:spPr>
        <p:txBody>
          <a:bodyPr xmlns:a="http://schemas.openxmlformats.org/drawingml/2006/main" vert="horz" wrap="square" lIns="0" tIns="0" rIns="0" bIns="0" anchor="b">
            <a:noAutofit/>
          </a:bodyPr>
          <a:lstStyle xmlns:a="http://schemas.openxmlformats.org/drawingml/2006/main">
            <a:lvl1pPr>
              <a:lnSpc>
                <a:spcPct val="95000"/>
              </a:lnSpc>
              <a:buNone/>
              <a:defRPr sz="4000" b="0">
                <a:latin typeface="+mj-lt"/>
                <a:ea typeface="+mj-lt"/>
                <a:cs typeface="+mj-lt"/>
              </a:defRPr>
            </a:lvl1pPr>
          </a:lstStyle>
          <a:p xmlns:a="http://schemas.openxmlformats.org/drawingml/2006/main"/>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p:nvPr>
            <p:ph type="body" idx="33"/>
          </p:nvPr>
        </p:nvSpPr>
        <p:spPr>
          <a:xfrm xmlns:a="http://schemas.openxmlformats.org/drawingml/2006/main">
            <a:off x="776689" y="4135193"/>
            <a:ext cx="10158984"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95000"/>
              </a:lnSpc>
              <a:spcBef>
                <a:spcPts val="600"/>
              </a:spcBef>
              <a:spcAft>
                <a:spcPts val="0"/>
              </a:spcAft>
              <a:buNone/>
              <a:defRPr sz="1800" b="0">
                <a:solidFill>
                  <a:schemeClr val="accent6"/>
                </a:solidFill>
              </a:defRPr>
            </a:lvl1pPr>
          </a:lstStyle>
          <a:p xmlns:a="http://schemas.openxmlformats.org/drawingml/2006/main"/>
        </p:txBody>
      </p:sp>
    </p:spTree>
  </p:cSld>
</p:sldLayout>
</file>

<file path=ppt/slideLayouts/slideLayout10.xml><?xml version="1.0" encoding="utf-8"?>
<p:sldLayout xmlns:p="http://schemas.openxmlformats.org/presentationml/2006/main">
  <p:cSld name="2_Light - Title/Subtitle 1 Column">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709"/>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DEE4D9CD-CDC4-4642-8CDA-7351404FC2D2}"/>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p:nvPr>
            <p:ph type="dt" idx="15"/>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p:nvPr>
            <p:ph type="ftr" idx="16"/>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p:cSld name="Light - Title 1 Column">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5CB6F3B-CCE4-4193-8EAA-C4A6D27C7DAD}"/>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2131DBF8-F618-4198-88BA-FD1569B2979A}"/>
              </a:ext>
            </a:extLst>
          </p:cNvPr>
          <p:cNvSpPr/>
          <p:nvPr>
            <p:ph type="dt" idx="14"/>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158AA26E-E9A4-4CE1-9157-28062D2322ED}"/>
              </a:ext>
            </a:extLst>
          </p:cNvPr>
          <p:cNvSpPr/>
          <p:nvPr>
            <p:ph type="ftr" idx="15"/>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2.xml><?xml version="1.0" encoding="utf-8"?>
<p:sldLayout xmlns:p="http://schemas.openxmlformats.org/presentationml/2006/main">
  <p:cSld name="Light - Title/Subtitle 3 Column">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C226210A-4112-4730-8F81-3CAE5C391FDB}"/>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p:nvPr>
            <p:ph type="dt" idx="17"/>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p:nvPr>
            <p:ph type="ftr" idx="18"/>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3.xml><?xml version="1.0" encoding="utf-8"?>
<p:sldLayout xmlns:p="http://schemas.openxmlformats.org/presentationml/2006/main">
  <p:cSld name="Dark - Title/Subtitle Quad Infographic">
    <p:bg>
      <p:bgRef idx="1001">
        <a:schemeClr xmlns:a="http://schemas.openxmlformats.org/drawingml/2006/main" val="bg1"/>
      </p:bgRef>
    </p:bg>
    <p:spTree>
      <p:nvGrpSpPr>
        <p:cNvPr id="1" name=""/>
        <p:cNvGrpSpPr/>
        <p:nvPr/>
      </p:nvGrpSpPr>
      <p:grpSpPr>
        <a:xfrm xmlns:a="http://schemas.openxmlformats.org/drawingml/2006/main"/>
      </p:grpSpPr>
      <p:sp>
        <p:nvSpPr>
          <p:cNvPr id="22" name="Subtitle">
            <a:extLst xmlns:a="http://schemas.openxmlformats.org/drawingml/2006/main">
              <a:ext uri="{FF2B5EF4-FFF2-40B4-BE49-F238E27FC236}">
                <a16:creationId xmlns:a16="http://schemas.microsoft.com/office/drawing/2014/main" id="{F8627394-C302-DF4A-A2CC-76DC053BE227}"/>
              </a:ext>
            </a:extLst>
          </p:cNvPr>
          <p:cNvSpPr/>
          <p:nvPr>
            <p:ph type="body" idx="27"/>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33" name="Picture Placeholder 1">
            <a:extLst xmlns:a="http://schemas.openxmlformats.org/drawingml/2006/main">
              <a:ext uri="{FF2B5EF4-FFF2-40B4-BE49-F238E27FC236}">
                <a16:creationId xmlns:a16="http://schemas.microsoft.com/office/drawing/2014/main" id="{DC7ED535-9B24-2444-9E27-765F743C79F0}"/>
              </a:ext>
            </a:extLst>
          </p:cNvPr>
          <p:cNvSpPr/>
          <p:nvPr>
            <p:ph type="pic" idx="23"/>
          </p:nvPr>
        </p:nvSpPr>
        <p:spPr>
          <a:xfrm xmlns:a="http://schemas.openxmlformats.org/drawingml/2006/main">
            <a:off x="766763" y="1609725"/>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5" name="Text Field 1">
            <a:extLst xmlns:a="http://schemas.openxmlformats.org/drawingml/2006/main">
              <a:ext uri="{FF2B5EF4-FFF2-40B4-BE49-F238E27FC236}">
                <a16:creationId xmlns:a16="http://schemas.microsoft.com/office/drawing/2014/main" id="{C023883C-5CAF-9849-B009-1426F3585365}"/>
              </a:ext>
            </a:extLst>
          </p:cNvPr>
          <p:cNvSpPr/>
          <p:nvPr>
            <p:ph type="body" idx="14"/>
          </p:nvPr>
        </p:nvSpPr>
        <p:spPr>
          <a:xfrm xmlns:a="http://schemas.openxmlformats.org/drawingml/2006/main">
            <a:off x="2635245" y="1609725"/>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5" name="Picture Placeholder 2">
            <a:extLst xmlns:a="http://schemas.openxmlformats.org/drawingml/2006/main">
              <a:ext uri="{FF2B5EF4-FFF2-40B4-BE49-F238E27FC236}">
                <a16:creationId xmlns:a16="http://schemas.microsoft.com/office/drawing/2014/main" id="{422BC426-FCDB-1347-93C5-E0102AEBC39C}"/>
              </a:ext>
            </a:extLst>
          </p:cNvPr>
          <p:cNvSpPr/>
          <p:nvPr>
            <p:ph type="pic" idx="25"/>
          </p:nvPr>
        </p:nvSpPr>
        <p:spPr>
          <a:xfrm xmlns:a="http://schemas.openxmlformats.org/drawingml/2006/main">
            <a:off x="6350303" y="1609725"/>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1" name="Text Field 2">
            <a:extLst xmlns:a="http://schemas.openxmlformats.org/drawingml/2006/main">
              <a:ext uri="{FF2B5EF4-FFF2-40B4-BE49-F238E27FC236}">
                <a16:creationId xmlns:a16="http://schemas.microsoft.com/office/drawing/2014/main" id="{0EDDA99D-1B70-A347-9716-4968C6A671A3}"/>
              </a:ext>
            </a:extLst>
          </p:cNvPr>
          <p:cNvSpPr/>
          <p:nvPr>
            <p:ph type="body" idx="21"/>
          </p:nvPr>
        </p:nvSpPr>
        <p:spPr>
          <a:xfrm xmlns:a="http://schemas.openxmlformats.org/drawingml/2006/main">
            <a:off x="8224823" y="1609725"/>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4" name="Picture Placeholder 3">
            <a:extLst xmlns:a="http://schemas.openxmlformats.org/drawingml/2006/main">
              <a:ext uri="{FF2B5EF4-FFF2-40B4-BE49-F238E27FC236}">
                <a16:creationId xmlns:a16="http://schemas.microsoft.com/office/drawing/2014/main" id="{B5E51CE6-D9C1-DD40-936F-2F700452F826}"/>
              </a:ext>
            </a:extLst>
          </p:cNvPr>
          <p:cNvSpPr/>
          <p:nvPr>
            <p:ph type="pic" idx="24"/>
          </p:nvPr>
        </p:nvSpPr>
        <p:spPr>
          <a:xfrm xmlns:a="http://schemas.openxmlformats.org/drawingml/2006/main">
            <a:off x="766763" y="4241162"/>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9" name="Text Field 3">
            <a:extLst xmlns:a="http://schemas.openxmlformats.org/drawingml/2006/main">
              <a:ext uri="{FF2B5EF4-FFF2-40B4-BE49-F238E27FC236}">
                <a16:creationId xmlns:a16="http://schemas.microsoft.com/office/drawing/2014/main" id="{031D2CD6-C0D8-8147-83B7-2E2A8E87228F}"/>
              </a:ext>
            </a:extLst>
          </p:cNvPr>
          <p:cNvSpPr/>
          <p:nvPr>
            <p:ph type="body" idx="20"/>
          </p:nvPr>
        </p:nvSpPr>
        <p:spPr>
          <a:xfrm xmlns:a="http://schemas.openxmlformats.org/drawingml/2006/main">
            <a:off x="2635245" y="4241162"/>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6" name="Picture Placeholder 4">
            <a:extLst xmlns:a="http://schemas.openxmlformats.org/drawingml/2006/main">
              <a:ext uri="{FF2B5EF4-FFF2-40B4-BE49-F238E27FC236}">
                <a16:creationId xmlns:a16="http://schemas.microsoft.com/office/drawing/2014/main" id="{E401E47D-2565-384E-8A5E-2C02D2EAAAAB}"/>
              </a:ext>
            </a:extLst>
          </p:cNvPr>
          <p:cNvSpPr/>
          <p:nvPr>
            <p:ph type="pic" idx="26"/>
          </p:nvPr>
        </p:nvSpPr>
        <p:spPr>
          <a:xfrm xmlns:a="http://schemas.openxmlformats.org/drawingml/2006/main">
            <a:off x="6350303" y="4241162"/>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2" name="Text Field 4">
            <a:extLst xmlns:a="http://schemas.openxmlformats.org/drawingml/2006/main">
              <a:ext uri="{FF2B5EF4-FFF2-40B4-BE49-F238E27FC236}">
                <a16:creationId xmlns:a16="http://schemas.microsoft.com/office/drawing/2014/main" id="{41923FF5-9A13-1F4B-89D9-62FE2B438352}"/>
              </a:ext>
            </a:extLst>
          </p:cNvPr>
          <p:cNvSpPr/>
          <p:nvPr>
            <p:ph type="body" idx="22"/>
          </p:nvPr>
        </p:nvSpPr>
        <p:spPr>
          <a:xfrm xmlns:a="http://schemas.openxmlformats.org/drawingml/2006/main">
            <a:off x="8224823" y="4241162"/>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Title 3">
            <a:extLst xmlns:a="http://schemas.openxmlformats.org/drawingml/2006/main">
              <a:ext uri="{FF2B5EF4-FFF2-40B4-BE49-F238E27FC236}">
                <a16:creationId xmlns:a16="http://schemas.microsoft.com/office/drawing/2014/main" id="{D3F5A0DB-77B7-43EC-848A-C3EEA5F4DC8F}"/>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1A2928A2-36B1-4B61-82B8-0724A988B968}"/>
              </a:ext>
            </a:extLst>
          </p:cNvPr>
          <p:cNvSpPr/>
          <p:nvPr>
            <p:ph type="dt" idx="28"/>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898365B2-9A7D-4291-A052-A65B0C767BBE}"/>
              </a:ext>
            </a:extLst>
          </p:cNvPr>
          <p:cNvSpPr/>
          <p:nvPr>
            <p:ph type="ftr" idx="2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4.xml><?xml version="1.0" encoding="utf-8"?>
<p:sldLayout xmlns:p="http://schemas.openxmlformats.org/presentationml/2006/main">
  <p:cSld name="Dark - Title 2 Column">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A5D91B51-6B36-47A4-903E-93C057BB06EB}"/>
              </a:ext>
            </a:extLst>
          </p:cNvPr>
          <p:cNvSpPr/>
          <p:nvPr>
            <p:ph type="dt" idx="16"/>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17D7F1A-871E-41E8-ADDC-EC649B1827F4}"/>
              </a:ext>
            </a:extLst>
          </p:cNvPr>
          <p:cNvSpPr/>
          <p:nvPr>
            <p:ph type="ftr" idx="17"/>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5.xml><?xml version="1.0" encoding="utf-8"?>
<p:sldLayout xmlns:p="http://schemas.openxmlformats.org/presentationml/2006/main">
  <p:cSld name="Light - Numbered Outline">
    <p:spTree>
      <p:nvGrpSpPr>
        <p:cNvPr id="1" name=""/>
        <p:cNvGrpSpPr/>
        <p:nvPr/>
      </p:nvGrpSpPr>
      <p:grpSpPr>
        <a:xfrm xmlns:a="http://schemas.openxmlformats.org/drawingml/2006/main"/>
      </p:grpSpPr>
      <p:sp>
        <p:nvSpPr>
          <p:cNvPr id="4" name="Text Placeholder 3">
            <a:extLst xmlns:a="http://schemas.openxmlformats.org/drawingml/2006/main">
              <a:ext uri="{FF2B5EF4-FFF2-40B4-BE49-F238E27FC236}">
                <a16:creationId xmlns:a16="http://schemas.microsoft.com/office/drawing/2014/main" id="{0CACCDE9-9415-4B6A-88C5-02BDAA76AAC8}"/>
              </a:ext>
            </a:extLst>
          </p:cNvPr>
          <p:cNvSpPr/>
          <p:nvPr>
            <p:ph type="body" idx="43"/>
          </p:nvPr>
        </p:nvSpPr>
        <p:spPr>
          <a:xfrm xmlns:a="http://schemas.openxmlformats.org/drawingml/2006/main">
            <a:off x="762000" y="1609724"/>
            <a:ext cx="10687050" cy="4505325"/>
          </a:xfrm>
        </p:spPr>
        <p:txBody>
          <a:bodyPr xmlns:a="http://schemas.openxmlformats.org/drawingml/2006/main" vert="horz" lIns="0" tIns="0" rIns="0" bIns="0">
            <a:noAutofit/>
          </a:bodyPr>
          <a:lstStyle xmlns:a="http://schemas.openxmlformats.org/drawingml/2006/main">
            <a:lvl1pPr marL="365125" indent="-365125">
              <a:buAutoNum type="arabicPeriod"/>
              <a:defRPr/>
            </a:lvl1pPr>
            <a:lvl2pPr marL="548640">
              <a:buNone/>
              <a:defRPr/>
            </a:lvl2pPr>
            <a:lvl3pPr marL="731520">
              <a:buNone/>
              <a:defRPr/>
            </a:lvl3pPr>
            <a:lvl4pPr marL="914400">
              <a:buNone/>
              <a:defRPr/>
            </a:lvl4pPr>
            <a:lvl5pPr marL="1097280">
              <a:buNone/>
              <a:defRPr/>
            </a:lvl5pPr>
          </a:lstStyle>
          <a:p xmlns:a="http://schemas.openxmlformats.org/drawingml/2006/main"/>
        </p:txBody>
      </p:sp>
      <p:sp>
        <p:nvSpPr>
          <p:cNvPr id="8" name="Title 7">
            <a:extLst xmlns:a="http://schemas.openxmlformats.org/drawingml/2006/main">
              <a:ext uri="{FF2B5EF4-FFF2-40B4-BE49-F238E27FC236}">
                <a16:creationId xmlns:a16="http://schemas.microsoft.com/office/drawing/2014/main" id="{9C807732-3520-4DBF-9B75-86BA2E562DF0}"/>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2BF46362-5F33-4F04-9B32-535D333E29C7}"/>
              </a:ext>
            </a:extLst>
          </p:cNvPr>
          <p:cNvSpPr/>
          <p:nvPr>
            <p:ph type="dt" idx="45"/>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4561260-593D-4AD6-A0E4-834F8BAAC63D}"/>
              </a:ext>
            </a:extLst>
          </p:cNvPr>
          <p:cNvSpPr/>
          <p:nvPr>
            <p:ph type="ftr" idx="46"/>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6.xml><?xml version="1.0" encoding="utf-8"?>
<p:sldLayout xmlns:p="http://schemas.openxmlformats.org/presentationml/2006/main">
  <p:cSld name="Light - Title Only">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F5090641-BB3E-479D-A754-1B2B6F37AEB9}"/>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1153D77D-CD9E-445C-8F26-904F65B519A3}"/>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0DAEFA0-C12C-4365-A532-D29F819542E1}"/>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7.xml><?xml version="1.0" encoding="utf-8"?>
<p:sldLayout xmlns:p="http://schemas.openxmlformats.org/presentationml/2006/main">
  <p:cSld name="2_Light - Title/Subtitle">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p:nvPr>
            <p:ph type="body" idx="11"/>
          </p:nvPr>
        </p:nvSpPr>
        <p:spPr>
          <a:xfrm xmlns:a="http://schemas.openxmlformats.org/drawingml/2006/main">
            <a:off x="762000" y="1024235"/>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4" name="Title 3">
            <a:extLst xmlns:a="http://schemas.openxmlformats.org/drawingml/2006/main">
              <a:ext uri="{FF2B5EF4-FFF2-40B4-BE49-F238E27FC236}">
                <a16:creationId xmlns:a16="http://schemas.microsoft.com/office/drawing/2014/main" id="{AC6A8D35-C90D-428D-8E15-6F958679D94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56526A55-50C7-43D1-9A4E-DE6E31578685}"/>
              </a:ext>
            </a:extLst>
          </p:cNvPr>
          <p:cNvSpPr/>
          <p:nvPr>
            <p:ph type="dt" idx="12"/>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47ED885-1287-4046-BFFE-E5DEC702C7AE}"/>
              </a:ext>
            </a:extLst>
          </p:cNvPr>
          <p:cNvSpPr/>
          <p:nvPr>
            <p:ph type="ftr" idx="13"/>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8.xml><?xml version="1.0" encoding="utf-8"?>
<p:sldLayout xmlns:p="http://schemas.openxmlformats.org/presentationml/2006/main">
  <p:cSld name="Light - Metric">
    <p:spTree>
      <p:nvGrpSpPr>
        <p:cNvPr id="1" name=""/>
        <p:cNvGrpSpPr/>
        <p:nvPr/>
      </p:nvGrpSpPr>
      <p:grpSpPr>
        <a:xfrm xmlns:a="http://schemas.openxmlformats.org/drawingml/2006/main"/>
      </p:grpSpPr>
      <p:sp>
        <p:nvSpPr>
          <p:cNvPr id="5" name="Text Placeholder 4">
            <a:extLst xmlns:a="http://schemas.openxmlformats.org/drawingml/2006/main">
              <a:ext uri="{FF2B5EF4-FFF2-40B4-BE49-F238E27FC236}">
                <a16:creationId xmlns:a16="http://schemas.microsoft.com/office/drawing/2014/main" id="{9A83AB0E-EC5F-476F-B6A9-E6F9CE84E95A}"/>
              </a:ext>
            </a:extLst>
          </p:cNvPr>
          <p:cNvSpPr/>
          <p:nvPr>
            <p:ph type="body" idx="15"/>
          </p:nvPr>
        </p:nvSpPr>
        <p:spPr>
          <a:xfrm xmlns:a="http://schemas.openxmlformats.org/drawingml/2006/main">
            <a:off x="723900" y="1600200"/>
            <a:ext cx="5072063" cy="2415700"/>
          </a:xfrm>
        </p:spPr>
        <p:txBody>
          <a:bodyPr xmlns:a="http://schemas.openxmlformats.org/drawingml/2006/main" anchor="b"/>
          <a:lstStyle xmlns:a="http://schemas.openxmlformats.org/drawingml/2006/main">
            <a:lvl1pPr>
              <a:buNone/>
              <a:defRPr sz="8000" b="1">
                <a:solidFill>
                  <a:srgbClr val="AE562C"/>
                </a:solidFill>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p:nvPr>
            <p:ph type="dt" idx="16"/>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p:nvPr>
            <p:ph type="ftr" idx="17"/>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9.xml><?xml version="1.0" encoding="utf-8"?>
<p:sldLayout xmlns:p="http://schemas.openxmlformats.org/presentationml/2006/main">
  <p:cSld name="Dark - Data Texture 16 Blank">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DBAE7266-CBC0-47D9-85A0-91E01109381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0.xml><?xml version="1.0" encoding="utf-8"?>
<p:sldLayout xmlns:p="http://schemas.openxmlformats.org/presentationml/2006/main">
  <p:cSld name="Dark - Quote with Data Texture Background">
    <p:bg>
      <p:bgRef idx="1001">
        <a:schemeClr xmlns:a="http://schemas.openxmlformats.org/drawingml/2006/main" val="bg1"/>
      </p:bgRef>
    </p:bg>
    <p:spTree>
      <p:nvGrpSpPr>
        <p:cNvPr id="1" name=""/>
        <p:cNvGrpSpPr/>
        <p:nvPr/>
      </p:nvGrpSpPr>
      <p:grpSpPr>
        <a:xfrm xmlns:a="http://schemas.openxmlformats.org/drawingml/2006/main"/>
      </p:grpSpPr>
      <p:sp>
        <p:nvSpPr>
          <p:cNvPr id="2" name="Quote">
            <a:extLst xmlns:a="http://schemas.openxmlformats.org/drawingml/2006/main">
              <a:ext uri="{FF2B5EF4-FFF2-40B4-BE49-F238E27FC236}">
                <a16:creationId xmlns:a16="http://schemas.microsoft.com/office/drawing/2014/main" id="{70860AE5-51F4-4600-B7C5-0FFE1F5EE8BF}"/>
              </a:ext>
            </a:extLst>
          </p:cNvPr>
          <p:cNvSpPr/>
          <p:nvPr>
            <p:ph type="title" idx="0"/>
          </p:nvPr>
        </p:nvSpPr>
        <p:spPr>
          <a:xfrm xmlns:a="http://schemas.openxmlformats.org/drawingml/2006/main">
            <a:off x="768875" y="1828800"/>
            <a:ext cx="8022040" cy="1963350"/>
          </a:xfrm>
        </p:spPr>
        <p:txBody>
          <a:bodyPr xmlns:a="http://schemas.openxmlformats.org/drawingml/2006/main" vert="horz" wrap="square" lIns="0" tIns="0" rIns="0" bIns="0" anchor="b">
            <a:noAutofit/>
          </a:bodyPr>
          <a:lstStyle xmlns:a="http://schemas.openxmlformats.org/drawingml/2006/main">
            <a:lvl1pPr>
              <a:buNone/>
              <a:defRPr sz="3200" b="0">
                <a:latin typeface="+mj-lt"/>
                <a:ea typeface="+mj-lt"/>
                <a:cs typeface="+mj-lt"/>
              </a:defRPr>
            </a:lvl1pPr>
          </a:lstStyle>
          <a:p xmlns:a="http://schemas.openxmlformats.org/drawingml/2006/main"/>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p:nvPr>
            <p:ph type="body" idx="37"/>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p:nvPr>
            <p:ph type="body" idx="36"/>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buNone/>
              <a:defRPr/>
            </a:lvl1pPr>
          </a:lstStyle>
          <a:p xmlns:a="http://schemas.openxmlformats.org/drawingml/2006/main"/>
        </p:txBody>
      </p:sp>
      <p:sp>
        <p:nvSpPr>
          <p:cNvPr id="10" name="Picture Placeholder 6">
            <a:extLst xmlns:a="http://schemas.openxmlformats.org/drawingml/2006/main">
              <a:ext uri="{FF2B5EF4-FFF2-40B4-BE49-F238E27FC236}">
                <a16:creationId xmlns:a16="http://schemas.microsoft.com/office/drawing/2014/main" id="{CF70D2C9-2534-48AA-9A8A-D82D5A31B2F9}"/>
              </a:ext>
            </a:extLst>
          </p:cNvPr>
          <p:cNvSpPr/>
          <p:nvPr>
            <p:ph type="pic" idx="41"/>
          </p:nvPr>
        </p:nvSpPr>
        <p:spPr>
          <a:xfrm xmlns:a="http://schemas.openxmlformats.org/drawingml/2006/main">
            <a:off x="771067" y="1013988"/>
            <a:ext cx="2944208" cy="814812"/>
          </a:xfrm>
        </p:spPr>
        <p:txBody>
          <a:bodyPr xmlns:a="http://schemas.openxmlformats.org/drawingml/2006/main"/>
          <a:lstStyle xmlns:a="http://schemas.openxmlformats.org/drawingml/2006/main">
            <a:lvl1pPr>
              <a:buNone/>
              <a:defRPr/>
            </a:lvl1pPr>
          </a:lstStyle>
          <a:p xmlns:a="http://schemas.openxmlformats.org/drawingml/2006/main"/>
        </p:txBody>
      </p:sp>
      <p:sp>
        <p:nvSpPr>
          <p:cNvPr id="6" name="Date Placeholder 5">
            <a:extLst xmlns:a="http://schemas.openxmlformats.org/drawingml/2006/main">
              <a:ext uri="{FF2B5EF4-FFF2-40B4-BE49-F238E27FC236}">
                <a16:creationId xmlns:a16="http://schemas.microsoft.com/office/drawing/2014/main" id="{4626C9C3-D9C8-4222-B161-D7AF97BC1F41}"/>
              </a:ext>
            </a:extLst>
          </p:cNvPr>
          <p:cNvSpPr/>
          <p:nvPr>
            <p:ph type="dt" idx="42"/>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C64C126A-0D05-424A-A6C2-80119CEAE618}"/>
              </a:ext>
            </a:extLst>
          </p:cNvPr>
          <p:cNvSpPr/>
          <p:nvPr>
            <p:ph type="ftr" idx="43"/>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1.xml><?xml version="1.0" encoding="utf-8"?>
<p:sldLayout xmlns:p="http://schemas.openxmlformats.org/presentationml/2006/main">
  <p:cSld name="Light - Closing Slide">
    <p:spTree>
      <p:nvGrpSpPr>
        <p:cNvPr id="1" name=""/>
        <p:cNvGrpSpPr/>
        <p:nvPr/>
      </p:nvGrpSpPr>
      <p:grpSpPr>
        <a:xfrm xmlns:a="http://schemas.openxmlformats.org/drawingml/2006/main"/>
      </p:grpSpPr>
    </p:spTree>
  </p:cSld>
</p:sldLayout>
</file>

<file path=ppt/slideLayouts/slideLayout22.xml><?xml version="1.0" encoding="utf-8"?>
<p:sldLayout xmlns:p="http://schemas.openxmlformats.org/presentationml/2006/main">
  <p:cSld name="Dark - Title">
    <p:spTree>
      <p:nvGrpSpPr>
        <p:cNvPr id="1" name=""/>
        <p:cNvGrpSpPr/>
        <p:nvPr/>
      </p:nvGrpSpPr>
      <p:grpSpPr>
        <a:xfrm xmlns:a="http://schemas.openxmlformats.org/drawingml/2006/main"/>
      </p:grpSpPr>
      <p:sp>
        <p:nvSpPr>
          <p:cNvPr id="25" name="Subhead">
            <a:extLst xmlns:a="http://schemas.openxmlformats.org/drawingml/2006/main">
              <a:ext uri="{FF2B5EF4-FFF2-40B4-BE49-F238E27FC236}">
                <a16:creationId xmlns:a16="http://schemas.microsoft.com/office/drawing/2014/main" id="{DE85AE1C-733D-7244-A6DA-C3ADBC76ED0C}"/>
              </a:ext>
            </a:extLst>
          </p:cNvPr>
          <p:cNvSpPr/>
          <p:nvPr>
            <p:ph type="body" idx="33"/>
          </p:nvPr>
        </p:nvSpPr>
        <p:spPr>
          <a:xfrm xmlns:a="http://schemas.openxmlformats.org/drawingml/2006/main">
            <a:off x="1018030" y="3519553"/>
            <a:ext cx="10158984"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90000"/>
              </a:lnSpc>
              <a:spcBef>
                <a:spcPts val="1000"/>
              </a:spcBef>
              <a:spcAft>
                <a:spcPts val="0"/>
              </a:spcAft>
              <a:buNone/>
              <a:defRPr sz="2400" b="0">
                <a:solidFill>
                  <a:srgbClr val="759C6C"/>
                </a:solidFill>
              </a:defRPr>
            </a:lvl1pPr>
          </a:lstStyle>
          <a:p xmlns:a="http://schemas.openxmlformats.org/drawingml/2006/main"/>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p:nvPr>
            <p:ph type="body" idx="35"/>
          </p:nvPr>
        </p:nvSpPr>
        <p:spPr>
          <a:xfrm xmlns:a="http://schemas.openxmlformats.org/drawingml/2006/main">
            <a:off x="101803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p:nvPr>
            <p:ph type="body" idx="34"/>
          </p:nvPr>
        </p:nvSpPr>
        <p:spPr>
          <a:xfrm xmlns:a="http://schemas.openxmlformats.org/drawingml/2006/main">
            <a:off x="101803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buNone/>
              <a:defRPr/>
            </a:lvl1pPr>
          </a:lstStyle>
          <a:p xmlns:a="http://schemas.openxmlformats.org/drawingml/2006/main"/>
        </p:txBody>
      </p:sp>
    </p:spTree>
  </p:cSld>
</p:sldLayout>
</file>

<file path=ppt/slideLayouts/slideLayout23.xml><?xml version="1.0" encoding="utf-8"?>
<p:sldLayout xmlns:p="http://schemas.openxmlformats.org/presentationml/2006/main">
  <p:cSld name="Light - Divider">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F89127AD-303E-4148-925B-F8D854942DC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6" name="Title 5">
            <a:extLst xmlns:a="http://schemas.openxmlformats.org/drawingml/2006/main">
              <a:ext uri="{FF2B5EF4-FFF2-40B4-BE49-F238E27FC236}">
                <a16:creationId xmlns:a16="http://schemas.microsoft.com/office/drawing/2014/main" id="{F6BEA035-D7A5-4B84-9F05-5163378E9E57}"/>
              </a:ext>
            </a:extLst>
          </p:cNvPr>
          <p:cNvSpPr/>
          <p:nvPr>
            <p:ph type="title" idx="0"/>
          </p:nvPr>
        </p:nvSpPr>
        <p:spPr>
          <a:xfrm xmlns:a="http://schemas.openxmlformats.org/drawingml/2006/main">
            <a:off x="768871" y="2337132"/>
            <a:ext cx="10158984" cy="1280160"/>
          </a:xfrm>
        </p:spPr>
        <p:txBody>
          <a:bodyPr xmlns:a="http://schemas.openxmlformats.org/drawingml/2006/main" vert="horz" wrap="square" lIns="0" tIns="0" rIns="0" bIns="0" anchor="b">
            <a:noAutofit/>
          </a:bodyPr>
          <a:lstStyle xmlns:a="http://schemas.openxmlformats.org/drawingml/2006/main">
            <a:lvl1pPr>
              <a:lnSpc>
                <a:spcPct val="95000"/>
              </a:lnSpc>
              <a:buNone/>
              <a:defRPr sz="4000" b="0">
                <a:latin typeface="+mj-lt"/>
                <a:ea typeface="+mj-lt"/>
                <a:cs typeface="+mj-lt"/>
              </a:defRPr>
            </a:lvl1pPr>
          </a:lstStyle>
          <a:p xmlns:a="http://schemas.openxmlformats.org/drawingml/2006/main"/>
        </p:txBody>
      </p:sp>
      <p:sp>
        <p:nvSpPr>
          <p:cNvPr id="9" name="Subhead">
            <a:extLst xmlns:a="http://schemas.openxmlformats.org/drawingml/2006/main">
              <a:ext uri="{FF2B5EF4-FFF2-40B4-BE49-F238E27FC236}">
                <a16:creationId xmlns:a16="http://schemas.microsoft.com/office/drawing/2014/main" id="{7CDB1F3E-E2D2-44FE-A725-E3ED1480C83B}"/>
              </a:ext>
            </a:extLst>
          </p:cNvPr>
          <p:cNvSpPr/>
          <p:nvPr>
            <p:ph type="body" idx="33"/>
          </p:nvPr>
        </p:nvSpPr>
        <p:spPr>
          <a:xfrm xmlns:a="http://schemas.openxmlformats.org/drawingml/2006/main">
            <a:off x="776689" y="4135193"/>
            <a:ext cx="10158984"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95000"/>
              </a:lnSpc>
              <a:spcBef>
                <a:spcPts val="600"/>
              </a:spcBef>
              <a:spcAft>
                <a:spcPts val="0"/>
              </a:spcAft>
              <a:buNone/>
              <a:defRPr sz="1800" b="0">
                <a:solidFill>
                  <a:schemeClr val="accent5"/>
                </a:solidFill>
              </a:defRPr>
            </a:lvl1pPr>
          </a:lstStyle>
          <a:p xmlns:a="http://schemas.openxmlformats.org/drawingml/2006/main"/>
        </p:txBody>
      </p:sp>
    </p:spTree>
  </p:cSld>
</p:sldLayout>
</file>

<file path=ppt/slideLayouts/slideLayout24.xml><?xml version="1.0" encoding="utf-8"?>
<p:sldLayout xmlns:p="http://schemas.openxmlformats.org/presentationml/2006/main">
  <p:cSld name="Dark - Title 4 Column">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AA814CE-3331-469B-8BE8-853F42A03463}"/>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52F26386-047A-407D-BEE4-BF9BC2C4C09F}"/>
              </a:ext>
            </a:extLst>
          </p:cNvPr>
          <p:cNvSpPr/>
          <p:nvPr>
            <p:ph type="dt" idx="18"/>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15A8344-82CB-496F-8690-72CF339725D6}"/>
              </a:ext>
            </a:extLst>
          </p:cNvPr>
          <p:cNvSpPr/>
          <p:nvPr>
            <p:ph type="ftr" idx="1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5.xml><?xml version="1.0" encoding="utf-8"?>
<p:sldLayout xmlns:p="http://schemas.openxmlformats.org/presentationml/2006/main">
  <p:cSld name="Light - Title 3 Column">
    <p:bg>
      <p:bgRef idx="1001">
        <a:schemeClr xmlns:a="http://schemas.openxmlformats.org/drawingml/2006/main" val="bg1"/>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3D2FFF47-983C-4CE2-9048-1317EB4F32CB}"/>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6D56EEFB-7FCA-4C8C-BD9A-59CFF6BBA9AB}"/>
              </a:ext>
            </a:extLst>
          </p:cNvPr>
          <p:cNvSpPr/>
          <p:nvPr>
            <p:ph type="dt" idx="17"/>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DA095ECF-3404-41BC-B49D-2616D73127C4}"/>
              </a:ext>
            </a:extLst>
          </p:cNvPr>
          <p:cNvSpPr/>
          <p:nvPr>
            <p:ph type="ftr" idx="18"/>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6.xml><?xml version="1.0" encoding="utf-8"?>
<p:sldLayout xmlns:p="http://schemas.openxmlformats.org/presentationml/2006/main">
  <p:cSld name="Light - Title Quad Infographic">
    <p:bg>
      <p:bgRef idx="1001">
        <a:schemeClr xmlns:a="http://schemas.openxmlformats.org/drawingml/2006/main" val="bg1"/>
      </p:bgRef>
    </p:bg>
    <p:spTree>
      <p:nvGrpSpPr>
        <p:cNvPr id="1" name=""/>
        <p:cNvGrpSpPr/>
        <p:nvPr/>
      </p:nvGrpSpPr>
      <p:grpSpPr>
        <a:xfrm xmlns:a="http://schemas.openxmlformats.org/drawingml/2006/main"/>
      </p:grpSpPr>
      <p:sp>
        <p:nvSpPr>
          <p:cNvPr id="33" name="Picture Placeholder 1">
            <a:extLst xmlns:a="http://schemas.openxmlformats.org/drawingml/2006/main">
              <a:ext uri="{FF2B5EF4-FFF2-40B4-BE49-F238E27FC236}">
                <a16:creationId xmlns:a16="http://schemas.microsoft.com/office/drawing/2014/main" id="{DC7ED535-9B24-2444-9E27-765F743C79F0}"/>
              </a:ext>
            </a:extLst>
          </p:cNvPr>
          <p:cNvSpPr/>
          <p:nvPr>
            <p:ph type="pic" idx="23"/>
          </p:nvPr>
        </p:nvSpPr>
        <p:spPr>
          <a:xfrm xmlns:a="http://schemas.openxmlformats.org/drawingml/2006/main">
            <a:off x="768875" y="1609209"/>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5" name="Text Field 1">
            <a:extLst xmlns:a="http://schemas.openxmlformats.org/drawingml/2006/main">
              <a:ext uri="{FF2B5EF4-FFF2-40B4-BE49-F238E27FC236}">
                <a16:creationId xmlns:a16="http://schemas.microsoft.com/office/drawing/2014/main" id="{C023883C-5CAF-9849-B009-1426F3585365}"/>
              </a:ext>
            </a:extLst>
          </p:cNvPr>
          <p:cNvSpPr/>
          <p:nvPr>
            <p:ph type="body" idx="14"/>
          </p:nvPr>
        </p:nvSpPr>
        <p:spPr>
          <a:xfrm xmlns:a="http://schemas.openxmlformats.org/drawingml/2006/main">
            <a:off x="2635245" y="1609209"/>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5" name="Picture Placeholder 2">
            <a:extLst xmlns:a="http://schemas.openxmlformats.org/drawingml/2006/main">
              <a:ext uri="{FF2B5EF4-FFF2-40B4-BE49-F238E27FC236}">
                <a16:creationId xmlns:a16="http://schemas.microsoft.com/office/drawing/2014/main" id="{422BC426-FCDB-1347-93C5-E0102AEBC39C}"/>
              </a:ext>
            </a:extLst>
          </p:cNvPr>
          <p:cNvSpPr/>
          <p:nvPr>
            <p:ph type="pic" idx="25"/>
          </p:nvPr>
        </p:nvSpPr>
        <p:spPr>
          <a:xfrm xmlns:a="http://schemas.openxmlformats.org/drawingml/2006/main">
            <a:off x="6350303" y="1609209"/>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1" name="Text Field 2">
            <a:extLst xmlns:a="http://schemas.openxmlformats.org/drawingml/2006/main">
              <a:ext uri="{FF2B5EF4-FFF2-40B4-BE49-F238E27FC236}">
                <a16:creationId xmlns:a16="http://schemas.microsoft.com/office/drawing/2014/main" id="{0EDDA99D-1B70-A347-9716-4968C6A671A3}"/>
              </a:ext>
            </a:extLst>
          </p:cNvPr>
          <p:cNvSpPr/>
          <p:nvPr>
            <p:ph type="body" idx="21"/>
          </p:nvPr>
        </p:nvSpPr>
        <p:spPr>
          <a:xfrm xmlns:a="http://schemas.openxmlformats.org/drawingml/2006/main">
            <a:off x="8224823" y="1609209"/>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4" name="Picture Placeholder 3">
            <a:extLst xmlns:a="http://schemas.openxmlformats.org/drawingml/2006/main">
              <a:ext uri="{FF2B5EF4-FFF2-40B4-BE49-F238E27FC236}">
                <a16:creationId xmlns:a16="http://schemas.microsoft.com/office/drawing/2014/main" id="{B5E51CE6-D9C1-DD40-936F-2F700452F826}"/>
              </a:ext>
            </a:extLst>
          </p:cNvPr>
          <p:cNvSpPr/>
          <p:nvPr>
            <p:ph type="pic" idx="24"/>
          </p:nvPr>
        </p:nvSpPr>
        <p:spPr>
          <a:xfrm xmlns:a="http://schemas.openxmlformats.org/drawingml/2006/main">
            <a:off x="768875" y="4240646"/>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9" name="Text Field 3">
            <a:extLst xmlns:a="http://schemas.openxmlformats.org/drawingml/2006/main">
              <a:ext uri="{FF2B5EF4-FFF2-40B4-BE49-F238E27FC236}">
                <a16:creationId xmlns:a16="http://schemas.microsoft.com/office/drawing/2014/main" id="{031D2CD6-C0D8-8147-83B7-2E2A8E87228F}"/>
              </a:ext>
            </a:extLst>
          </p:cNvPr>
          <p:cNvSpPr/>
          <p:nvPr>
            <p:ph type="body" idx="20"/>
          </p:nvPr>
        </p:nvSpPr>
        <p:spPr>
          <a:xfrm xmlns:a="http://schemas.openxmlformats.org/drawingml/2006/main">
            <a:off x="2635245" y="4240646"/>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6" name="Picture Placeholder 4">
            <a:extLst xmlns:a="http://schemas.openxmlformats.org/drawingml/2006/main">
              <a:ext uri="{FF2B5EF4-FFF2-40B4-BE49-F238E27FC236}">
                <a16:creationId xmlns:a16="http://schemas.microsoft.com/office/drawing/2014/main" id="{E401E47D-2565-384E-8A5E-2C02D2EAAAAB}"/>
              </a:ext>
            </a:extLst>
          </p:cNvPr>
          <p:cNvSpPr/>
          <p:nvPr>
            <p:ph type="pic" idx="26"/>
          </p:nvPr>
        </p:nvSpPr>
        <p:spPr>
          <a:xfrm xmlns:a="http://schemas.openxmlformats.org/drawingml/2006/main">
            <a:off x="6350303" y="4240646"/>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2" name="Text Field 4">
            <a:extLst xmlns:a="http://schemas.openxmlformats.org/drawingml/2006/main">
              <a:ext uri="{FF2B5EF4-FFF2-40B4-BE49-F238E27FC236}">
                <a16:creationId xmlns:a16="http://schemas.microsoft.com/office/drawing/2014/main" id="{41923FF5-9A13-1F4B-89D9-62FE2B438352}"/>
              </a:ext>
            </a:extLst>
          </p:cNvPr>
          <p:cNvSpPr/>
          <p:nvPr>
            <p:ph type="body" idx="22"/>
          </p:nvPr>
        </p:nvSpPr>
        <p:spPr>
          <a:xfrm xmlns:a="http://schemas.openxmlformats.org/drawingml/2006/main">
            <a:off x="8224823" y="4240646"/>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Title 4">
            <a:extLst xmlns:a="http://schemas.openxmlformats.org/drawingml/2006/main">
              <a:ext uri="{FF2B5EF4-FFF2-40B4-BE49-F238E27FC236}">
                <a16:creationId xmlns:a16="http://schemas.microsoft.com/office/drawing/2014/main" id="{E3EED3DC-3691-46BD-9B48-E2C270C741F9}"/>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28BE0263-5FD6-4DE6-B9D0-79EF81804AF3}"/>
              </a:ext>
            </a:extLst>
          </p:cNvPr>
          <p:cNvSpPr/>
          <p:nvPr>
            <p:ph type="dt" idx="27"/>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FC6C050F-728D-4BEF-B207-F42452F3527D}"/>
              </a:ext>
            </a:extLst>
          </p:cNvPr>
          <p:cNvSpPr/>
          <p:nvPr>
            <p:ph type="ftr" idx="28"/>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7.xml><?xml version="1.0" encoding="utf-8"?>
<p:sldLayout xmlns:p="http://schemas.openxmlformats.org/presentationml/2006/main">
  <p:cSld name="Dark - Numbered Outline 2 Column">
    <p:bg>
      <p:bgPr>
        <a:solidFill xmlns:a="http://schemas.openxmlformats.org/drawingml/2006/main">
          <a:schemeClr val="tx1"/>
        </a:solidFill>
      </p:bgPr>
    </p:bg>
    <p:spTree>
      <p:nvGrpSpPr>
        <p:cNvPr id="1" name=""/>
        <p:cNvGrpSpPr/>
        <p:nvPr/>
      </p:nvGrpSpPr>
      <p:grpSpPr>
        <a:xfrm xmlns:a="http://schemas.openxmlformats.org/drawingml/2006/main"/>
      </p:grpSpPr>
      <p:sp>
        <p:nvSpPr>
          <p:cNvPr id="4" name="Text Placeholder 3">
            <a:extLst xmlns:a="http://schemas.openxmlformats.org/drawingml/2006/main">
              <a:ext uri="{FF2B5EF4-FFF2-40B4-BE49-F238E27FC236}">
                <a16:creationId xmlns:a16="http://schemas.microsoft.com/office/drawing/2014/main" id="{0CACCDE9-9415-4B6A-88C5-02BDAA76AAC8}"/>
              </a:ext>
            </a:extLst>
          </p:cNvPr>
          <p:cNvSpPr/>
          <p:nvPr>
            <p:ph type="body" idx="43"/>
          </p:nvPr>
        </p:nvSpPr>
        <p:spPr>
          <a:xfrm xmlns:a="http://schemas.openxmlformats.org/drawingml/2006/main">
            <a:off x="762000" y="1609724"/>
            <a:ext cx="5084064" cy="4505325"/>
          </a:xfrm>
        </p:spPr>
        <p:txBody>
          <a:bodyPr xmlns:a="http://schemas.openxmlformats.org/drawingml/2006/main" vert="horz" lIns="0" tIns="0" rIns="0" bIns="0">
            <a:noAutofit/>
          </a:bodyPr>
          <a:lstStyle xmlns:a="http://schemas.openxmlformats.org/drawingml/2006/main">
            <a:lvl1pPr marL="0" indent="-365760">
              <a:buAutoNum type="arabicPeriod"/>
              <a:defRPr>
                <a:solidFill>
                  <a:schemeClr val="bg1"/>
                </a:solidFill>
              </a:defRPr>
            </a:lvl1pPr>
            <a:lvl2pPr marL="548640">
              <a:buNone/>
              <a:defRPr>
                <a:solidFill>
                  <a:schemeClr val="bg1"/>
                </a:solidFill>
              </a:defRPr>
            </a:lvl2pPr>
            <a:lvl3pPr marL="731520">
              <a:buNone/>
              <a:defRPr>
                <a:solidFill>
                  <a:schemeClr val="bg1"/>
                </a:solidFill>
              </a:defRPr>
            </a:lvl3pPr>
            <a:lvl4pPr marL="914400">
              <a:buNone/>
              <a:defRPr>
                <a:solidFill>
                  <a:schemeClr val="bg1"/>
                </a:solidFill>
              </a:defRPr>
            </a:lvl4pPr>
            <a:lvl5pPr marL="1097280">
              <a:buNone/>
              <a:defRPr>
                <a:solidFill>
                  <a:schemeClr val="bg1"/>
                </a:solidFill>
              </a:defRPr>
            </a:lvl5pPr>
          </a:lstStyle>
          <a:p xmlns:a="http://schemas.openxmlformats.org/drawingml/2006/main"/>
        </p:txBody>
      </p:sp>
      <p:sp>
        <p:nvSpPr>
          <p:cNvPr id="8" name="Title 7">
            <a:extLst xmlns:a="http://schemas.openxmlformats.org/drawingml/2006/main">
              <a:ext uri="{FF2B5EF4-FFF2-40B4-BE49-F238E27FC236}">
                <a16:creationId xmlns:a16="http://schemas.microsoft.com/office/drawing/2014/main" id="{9C807732-3520-4DBF-9B75-86BA2E562DF0}"/>
              </a:ext>
            </a:extLst>
          </p:cNvPr>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2BF46362-5F33-4F04-9B32-535D333E29C7}"/>
              </a:ext>
            </a:extLst>
          </p:cNvPr>
          <p:cNvSpPr/>
          <p:nvPr>
            <p:ph type="dt" idx="45"/>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4561260-593D-4AD6-A0E4-834F8BAAC63D}"/>
              </a:ext>
            </a:extLst>
          </p:cNvPr>
          <p:cNvSpPr/>
          <p:nvPr>
            <p:ph type="ftr" idx="46"/>
          </p:nvPr>
        </p:nvSpPr>
        <p:spPr/>
        <p:txBody>
          <a:bodyPr xmlns:a="http://schemas.openxmlformats.org/drawingml/2006/main"/>
          <a:lstStyle xmlns:a="http://schemas.openxmlformats.org/drawingml/2006/main"/>
          <a:p xmlns:a="http://schemas.openxmlformats.org/drawingml/2006/main"/>
        </p:txBody>
      </p:sp>
      <p:sp>
        <p:nvSpPr>
          <p:cNvPr id="9" name="Text Placeholder 3">
            <a:extLst xmlns:a="http://schemas.openxmlformats.org/drawingml/2006/main">
              <a:ext uri="{FF2B5EF4-FFF2-40B4-BE49-F238E27FC236}">
                <a16:creationId xmlns:a16="http://schemas.microsoft.com/office/drawing/2014/main" id="{65B0AED4-660C-4741-9A22-50FB3CA4ABA7}"/>
              </a:ext>
            </a:extLst>
          </p:cNvPr>
          <p:cNvSpPr/>
          <p:nvPr>
            <p:ph type="body" idx="48"/>
          </p:nvPr>
        </p:nvSpPr>
        <p:spPr>
          <a:xfrm xmlns:a="http://schemas.openxmlformats.org/drawingml/2006/main">
            <a:off x="6366095" y="1609724"/>
            <a:ext cx="5084064" cy="4505325"/>
          </a:xfrm>
        </p:spPr>
        <p:txBody>
          <a:bodyPr xmlns:a="http://schemas.openxmlformats.org/drawingml/2006/main" vert="horz" lIns="0" tIns="0" rIns="0" bIns="0">
            <a:noAutofit/>
          </a:bodyPr>
          <a:lstStyle xmlns:a="http://schemas.openxmlformats.org/drawingml/2006/main">
            <a:lvl1pPr marL="0" indent="-365760">
              <a:buAutoNum type="arabicPeriod"/>
              <a:defRPr>
                <a:solidFill>
                  <a:schemeClr val="bg1"/>
                </a:solidFill>
              </a:defRPr>
            </a:lvl1pPr>
            <a:lvl2pPr marL="548640">
              <a:buNone/>
              <a:defRPr>
                <a:solidFill>
                  <a:schemeClr val="bg1"/>
                </a:solidFill>
              </a:defRPr>
            </a:lvl2pPr>
            <a:lvl3pPr marL="731520">
              <a:buNone/>
              <a:defRPr>
                <a:solidFill>
                  <a:schemeClr val="bg1"/>
                </a:solidFill>
              </a:defRPr>
            </a:lvl3pPr>
            <a:lvl4pPr marL="914400">
              <a:buNone/>
              <a:defRPr>
                <a:solidFill>
                  <a:schemeClr val="bg1"/>
                </a:solidFill>
              </a:defRPr>
            </a:lvl4pPr>
            <a:lvl5pPr marL="1097280">
              <a:buNone/>
              <a:defRPr>
                <a:solidFill>
                  <a:schemeClr val="bg1"/>
                </a:solidFill>
              </a:defRPr>
            </a:lvl5pPr>
          </a:lstStyle>
          <a:p xmlns:a="http://schemas.openxmlformats.org/drawingml/2006/main"/>
        </p:txBody>
      </p:sp>
    </p:spTree>
  </p:cSld>
</p:sldLayout>
</file>

<file path=ppt/slideLayouts/slideLayout28.xml><?xml version="1.0" encoding="utf-8"?>
<p:sldLayout xmlns:p="http://schemas.openxmlformats.org/presentationml/2006/main">
  <p:cSld name="Light - Blank">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B6E29D2F-E9BE-442D-8048-30D82B0FA2D2}"/>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4249E66D-873C-4E3D-B665-952DA3AD6CCF}"/>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9.xml><?xml version="1.0" encoding="utf-8"?>
<p:sldLayout xmlns:p="http://schemas.openxmlformats.org/presentationml/2006/main">
  <p:cSld name="4_Light - Title/Subtitle">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p:nvPr>
            <p:ph type="body" idx="11"/>
          </p:nvPr>
        </p:nvSpPr>
        <p:spPr>
          <a:xfrm xmlns:a="http://schemas.openxmlformats.org/drawingml/2006/main">
            <a:off x="762000" y="1024235"/>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4" name="Title 3">
            <a:extLst xmlns:a="http://schemas.openxmlformats.org/drawingml/2006/main">
              <a:ext uri="{FF2B5EF4-FFF2-40B4-BE49-F238E27FC236}">
                <a16:creationId xmlns:a16="http://schemas.microsoft.com/office/drawing/2014/main" id="{AC6A8D35-C90D-428D-8E15-6F958679D94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56526A55-50C7-43D1-9A4E-DE6E31578685}"/>
              </a:ext>
            </a:extLst>
          </p:cNvPr>
          <p:cNvSpPr/>
          <p:nvPr>
            <p:ph type="dt" idx="12"/>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47ED885-1287-4046-BFFE-E5DEC702C7AE}"/>
              </a:ext>
            </a:extLst>
          </p:cNvPr>
          <p:cNvSpPr/>
          <p:nvPr>
            <p:ph type="ftr" idx="13"/>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0.xml><?xml version="1.0" encoding="utf-8"?>
<p:sldLayout xmlns:p="http://schemas.openxmlformats.org/presentationml/2006/main">
  <p:cSld name="Dark - Data Texture 07 Blank">
    <p:bg>
      <p:bgRef idx="1001">
        <a:schemeClr xmlns:a="http://schemas.openxmlformats.org/drawingml/2006/main" val="bg1"/>
      </p:bgRef>
    </p:bg>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2DF2B49-8199-43EF-9C31-2EE3E2278A8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90A680-202A-4EB8-8426-F81FE6C12DD2}"/>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1.xml><?xml version="1.0" encoding="utf-8"?>
<p:sldLayout xmlns:p="http://schemas.openxmlformats.org/presentationml/2006/main">
  <p:cSld name="Light - Title and Content">
    <p:spTree>
      <p:nvGrpSpPr>
        <p:cNvPr id="1" name=""/>
        <p:cNvGrpSpPr/>
        <p:nvPr/>
      </p:nvGrpSpPr>
      <p:grpSpPr>
        <a:xfrm xmlns:a="http://schemas.openxmlformats.org/drawingml/2006/main"/>
      </p:grpSpPr>
      <p:sp>
        <p:nvSpPr>
          <p:cNvPr id="12" name="Footer Placeholder">
            <a:extLst xmlns:a="http://schemas.openxmlformats.org/drawingml/2006/main">
              <a:ext uri="{FF2B5EF4-FFF2-40B4-BE49-F238E27FC236}">
                <a16:creationId xmlns:a16="http://schemas.microsoft.com/office/drawing/2014/main" id="{681B7FDB-21AD-43D3-9629-6865ECE7ADC5}"/>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11" name="Date Placeholder">
            <a:extLst xmlns:a="http://schemas.openxmlformats.org/drawingml/2006/main">
              <a:ext uri="{FF2B5EF4-FFF2-40B4-BE49-F238E27FC236}">
                <a16:creationId xmlns:a16="http://schemas.microsoft.com/office/drawing/2014/main" id="{2872A553-B5A6-4603-91A2-FF76401D8DFC}"/>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Title 3">
            <a:extLst xmlns:a="http://schemas.openxmlformats.org/drawingml/2006/main">
              <a:ext uri="{FF2B5EF4-FFF2-40B4-BE49-F238E27FC236}">
                <a16:creationId xmlns:a16="http://schemas.microsoft.com/office/drawing/2014/main" id="{2F13852C-D243-4D5A-B7E1-09812A4D6444}"/>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Tree>
  </p:cSld>
</p:sldLayout>
</file>

<file path=ppt/slideLayouts/slideLayout32.xml><?xml version="1.0" encoding="utf-8"?>
<p:sldLayout xmlns:p="http://schemas.openxmlformats.org/presentationml/2006/main">
  <p:cSld name="Light - Thank You">
    <p:bg>
      <p:bgRef idx="1001">
        <a:schemeClr xmlns:a="http://schemas.openxmlformats.org/drawingml/2006/main" val="bg1"/>
      </p:bgRef>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p:nvPr>
            <p:ph type="title" idx="0"/>
          </p:nvPr>
        </p:nvSpPr>
        <p:spPr>
          <a:xfrm xmlns:a="http://schemas.openxmlformats.org/drawingml/2006/main">
            <a:off x="768875" y="3482230"/>
            <a:ext cx="5022325" cy="822960"/>
          </a:xfrm>
        </p:spPr>
        <p:txBody>
          <a:bodyPr xmlns:a="http://schemas.openxmlformats.org/drawingml/2006/main" vert="horz" lIns="0" tIns="0" rIns="0" bIns="0" anchor="b">
            <a:noAutofit/>
          </a:bodyPr>
          <a:lstStyle xmlns:a="http://schemas.openxmlformats.org/drawingml/2006/main">
            <a:lvl1pPr>
              <a:buNone/>
              <a:defRPr sz="3200" b="0">
                <a:latin typeface="+mj-lt"/>
                <a:ea typeface="+mj-lt"/>
                <a:cs typeface="+mj-lt"/>
              </a:defRPr>
            </a:lvl1pPr>
          </a:lstStyle>
          <a:p xmlns:a="http://schemas.openxmlformats.org/drawingml/2006/main"/>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buNone/>
              <a:defRPr/>
            </a:lvl1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3698BC18-3443-48B2-97E6-989B7098DC52}"/>
              </a:ext>
            </a:extLst>
          </p:cNvPr>
          <p:cNvSpPr/>
          <p:nvPr>
            <p:ph type="dt" idx="38"/>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72AC1E3-E104-4942-8AE8-198E477A85F9}"/>
              </a:ext>
            </a:extLst>
          </p:cNvPr>
          <p:cNvSpPr/>
          <p:nvPr>
            <p:ph type="ftr" idx="3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3.xml><?xml version="1.0" encoding="utf-8"?>
<p:sldLayout xmlns:p="http://schemas.openxmlformats.org/presentationml/2006/main">
  <p:cSld name="1_Light - Title/Subtitle 1 Column">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709"/>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DEE4D9CD-CDC4-4642-8CDA-7351404FC2D2}"/>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p:nvPr>
            <p:ph type="dt" idx="15"/>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p:nvPr>
            <p:ph type="ftr" idx="16"/>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4.xml><?xml version="1.0" encoding="utf-8"?>
<p:sldLayout xmlns:p="http://schemas.openxmlformats.org/presentationml/2006/main">
  <p:cSld name="Dark - Remote Speaker">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D94542D5-A1D6-E542-963D-B72B60EDE019}"/>
              </a:ext>
            </a:extLst>
          </p:cNvPr>
          <p:cNvSpPr/>
          <p:nvPr>
            <p:ph type="title" idx="0"/>
          </p:nvPr>
        </p:nvSpPr>
        <p:spPr>
          <a:xfrm xmlns:a="http://schemas.openxmlformats.org/drawingml/2006/main">
            <a:off x="5385816" y="2351724"/>
            <a:ext cx="6297167" cy="822960"/>
          </a:xfrm>
        </p:spPr>
        <p:txBody>
          <a:bodyPr xmlns:a="http://schemas.openxmlformats.org/drawingml/2006/main" vert="horz" lIns="0" tIns="0" rIns="0" bIns="0" anchor="b">
            <a:noAutofit/>
          </a:bodyPr>
          <a:lstStyle xmlns:a="http://schemas.openxmlformats.org/drawingml/2006/main">
            <a:lvl1pPr>
              <a:buNone/>
              <a:defRPr sz="2400" b="1" i="0">
                <a:latin typeface="Oracle Sans Tab"/>
                <a:ea typeface="Oracle Sans Tab"/>
                <a:cs typeface="Oracle Sans Tab"/>
              </a:defRPr>
            </a:lvl1pPr>
          </a:lstStyle>
          <a:p xmlns:a="http://schemas.openxmlformats.org/drawingml/2006/main"/>
        </p:txBody>
      </p:sp>
      <p:sp>
        <p:nvSpPr>
          <p:cNvPr id="21" name="Text Field">
            <a:extLst xmlns:a="http://schemas.openxmlformats.org/drawingml/2006/main">
              <a:ext uri="{FF2B5EF4-FFF2-40B4-BE49-F238E27FC236}">
                <a16:creationId xmlns:a16="http://schemas.microsoft.com/office/drawing/2014/main" id="{517ED098-6976-5549-9CFB-EE89734AF8D4}"/>
              </a:ext>
            </a:extLst>
          </p:cNvPr>
          <p:cNvSpPr/>
          <p:nvPr>
            <p:ph type="body" idx="16"/>
          </p:nvPr>
        </p:nvSpPr>
        <p:spPr>
          <a:xfrm xmlns:a="http://schemas.openxmlformats.org/drawingml/2006/main">
            <a:off x="5385816" y="3662156"/>
            <a:ext cx="6297168" cy="1132486"/>
          </a:xfrm>
          <a:prstGeom xmlns:a="http://schemas.openxmlformats.org/drawingml/2006/main" prst="rect">
            <a:avLst/>
          </a:prstGeom>
        </p:spPr>
        <p:txBody>
          <a:bodyPr xmlns:a="http://schemas.openxmlformats.org/drawingml/2006/main" lIns="0" tIns="0" rIns="0" bIns="0">
            <a:normAutofit/>
          </a:bodyPr>
          <a:lstStyle xmlns:a="http://schemas.openxmlformats.org/drawingml/2006/main">
            <a:lvl1pPr>
              <a:buNone/>
              <a:defRPr sz="2000"/>
            </a:lvl1pPr>
          </a:lstStyle>
          <a:p xmlns:a="http://schemas.openxmlformats.org/drawingml/2006/main"/>
        </p:txBody>
      </p:sp>
      <p:sp>
        <p:nvSpPr>
          <p:cNvPr id="3" name="Picture Placeholder 2">
            <a:extLst xmlns:a="http://schemas.openxmlformats.org/drawingml/2006/main">
              <a:ext uri="{FF2B5EF4-FFF2-40B4-BE49-F238E27FC236}">
                <a16:creationId xmlns:a16="http://schemas.microsoft.com/office/drawing/2014/main" id="{20FEB6C0-1F5B-4135-8E18-A04A68550D75}"/>
              </a:ext>
            </a:extLst>
          </p:cNvPr>
          <p:cNvSpPr/>
          <p:nvPr>
            <p:ph type="pic" idx="20"/>
          </p:nvPr>
        </p:nvSpPr>
        <p:spPr>
          <a:xfrm xmlns:a="http://schemas.openxmlformats.org/drawingml/2006/main">
            <a:off x="0" y="0"/>
            <a:ext cx="4876800" cy="6858000"/>
          </a:xfrm>
        </p:spPr>
        <p:txBody>
          <a:bodyPr xmlns:a="http://schemas.openxmlformats.org/drawingml/2006/main" anchor="ctr">
            <a:normAutofit/>
          </a:bodyPr>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1522B3ED-CF2C-4067-92C1-D268C952FB0E}"/>
              </a:ext>
            </a:extLst>
          </p:cNvPr>
          <p:cNvSpPr/>
          <p:nvPr>
            <p:ph type="dt" idx="21"/>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ECE0BF7F-49D0-4680-97A6-57F3353BC736}"/>
              </a:ext>
            </a:extLst>
          </p:cNvPr>
          <p:cNvSpPr/>
          <p:nvPr>
            <p:ph type="ftr" idx="2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5.xml><?xml version="1.0" encoding="utf-8"?>
<p:sldLayout xmlns:p="http://schemas.openxmlformats.org/presentationml/2006/main">
  <p:cSld name="1_Light - Title 1 Column">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5CB6F3B-CCE4-4193-8EAA-C4A6D27C7DAD}"/>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2131DBF8-F618-4198-88BA-FD1569B2979A}"/>
              </a:ext>
            </a:extLst>
          </p:cNvPr>
          <p:cNvSpPr/>
          <p:nvPr>
            <p:ph type="dt" idx="14"/>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158AA26E-E9A4-4CE1-9157-28062D2322ED}"/>
              </a:ext>
            </a:extLst>
          </p:cNvPr>
          <p:cNvSpPr/>
          <p:nvPr>
            <p:ph type="ftr" idx="15"/>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6.xml><?xml version="1.0" encoding="utf-8"?>
<p:sldLayout xmlns:p="http://schemas.openxmlformats.org/presentationml/2006/main">
  <p:cSld name="Light - Title/Subtitle 2 Column">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FB65FA2D-6C94-456B-8DE9-80C7A3BE2C1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DCD06EC0-4AE6-4D7C-87DE-D393DC47ED94}"/>
              </a:ext>
            </a:extLst>
          </p:cNvPr>
          <p:cNvSpPr/>
          <p:nvPr>
            <p:ph type="dt" idx="16"/>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E594DB29-C2B8-4F61-8419-EEE3D1E837A1}"/>
              </a:ext>
            </a:extLst>
          </p:cNvPr>
          <p:cNvSpPr/>
          <p:nvPr>
            <p:ph type="ftr" idx="17"/>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7.xml><?xml version="1.0" encoding="utf-8"?>
<p:sldLayout xmlns:p="http://schemas.openxmlformats.org/presentationml/2006/main">
  <p:cSld name="Dark - Title/Subtitle 3 Column">
    <p:bg>
      <p:bgRef idx="1001">
        <a:schemeClr xmlns:a="http://schemas.openxmlformats.org/drawingml/2006/main" val="bg1"/>
      </p:bgRef>
    </p:bg>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6E60902A-4CDA-482D-90DF-ECACF1930986}"/>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p:nvPr>
            <p:ph type="dt" idx="17"/>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p:nvPr>
            <p:ph type="ftr" idx="18"/>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8.xml><?xml version="1.0" encoding="utf-8"?>
<p:sldLayout xmlns:p="http://schemas.openxmlformats.org/presentationml/2006/main">
  <p:cSld name="Dark - Numbered Outline">
    <p:bg>
      <p:bgPr>
        <a:solidFill xmlns:a="http://schemas.openxmlformats.org/drawingml/2006/main">
          <a:schemeClr val="tx1"/>
        </a:solidFill>
      </p:bgPr>
    </p:bg>
    <p:spTree>
      <p:nvGrpSpPr>
        <p:cNvPr id="1" name=""/>
        <p:cNvGrpSpPr/>
        <p:nvPr/>
      </p:nvGrpSpPr>
      <p:grpSpPr>
        <a:xfrm xmlns:a="http://schemas.openxmlformats.org/drawingml/2006/main"/>
      </p:grpSpPr>
      <p:sp>
        <p:nvSpPr>
          <p:cNvPr id="4" name="Text Placeholder 3">
            <a:extLst xmlns:a="http://schemas.openxmlformats.org/drawingml/2006/main">
              <a:ext uri="{FF2B5EF4-FFF2-40B4-BE49-F238E27FC236}">
                <a16:creationId xmlns:a16="http://schemas.microsoft.com/office/drawing/2014/main" id="{0CACCDE9-9415-4B6A-88C5-02BDAA76AAC8}"/>
              </a:ext>
            </a:extLst>
          </p:cNvPr>
          <p:cNvSpPr/>
          <p:nvPr>
            <p:ph type="body" idx="43"/>
          </p:nvPr>
        </p:nvSpPr>
        <p:spPr>
          <a:xfrm xmlns:a="http://schemas.openxmlformats.org/drawingml/2006/main">
            <a:off x="762000" y="1609724"/>
            <a:ext cx="10687050" cy="4505325"/>
          </a:xfrm>
        </p:spPr>
        <p:txBody>
          <a:bodyPr xmlns:a="http://schemas.openxmlformats.org/drawingml/2006/main" vert="horz" lIns="0" tIns="0" rIns="0" bIns="0">
            <a:noAutofit/>
          </a:bodyPr>
          <a:lstStyle xmlns:a="http://schemas.openxmlformats.org/drawingml/2006/main">
            <a:lvl1pPr marL="0" indent="-365760">
              <a:buAutoNum type="arabicPeriod"/>
              <a:defRPr>
                <a:solidFill>
                  <a:schemeClr val="bg1"/>
                </a:solidFill>
              </a:defRPr>
            </a:lvl1pPr>
            <a:lvl2pPr marL="548640">
              <a:buNone/>
              <a:defRPr>
                <a:solidFill>
                  <a:schemeClr val="bg1"/>
                </a:solidFill>
              </a:defRPr>
            </a:lvl2pPr>
            <a:lvl3pPr marL="731520">
              <a:buNone/>
              <a:defRPr>
                <a:solidFill>
                  <a:schemeClr val="bg1"/>
                </a:solidFill>
              </a:defRPr>
            </a:lvl3pPr>
            <a:lvl4pPr marL="914400">
              <a:buNone/>
              <a:defRPr>
                <a:solidFill>
                  <a:schemeClr val="bg1"/>
                </a:solidFill>
              </a:defRPr>
            </a:lvl4pPr>
            <a:lvl5pPr marL="1097280">
              <a:buNone/>
              <a:defRPr>
                <a:solidFill>
                  <a:schemeClr val="bg1"/>
                </a:solidFill>
              </a:defRPr>
            </a:lvl5pPr>
          </a:lstStyle>
          <a:p xmlns:a="http://schemas.openxmlformats.org/drawingml/2006/main"/>
        </p:txBody>
      </p:sp>
      <p:sp>
        <p:nvSpPr>
          <p:cNvPr id="8" name="Title 7">
            <a:extLst xmlns:a="http://schemas.openxmlformats.org/drawingml/2006/main">
              <a:ext uri="{FF2B5EF4-FFF2-40B4-BE49-F238E27FC236}">
                <a16:creationId xmlns:a16="http://schemas.microsoft.com/office/drawing/2014/main" id="{9C807732-3520-4DBF-9B75-86BA2E562DF0}"/>
              </a:ext>
            </a:extLst>
          </p:cNvPr>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2BF46362-5F33-4F04-9B32-535D333E29C7}"/>
              </a:ext>
            </a:extLst>
          </p:cNvPr>
          <p:cNvSpPr/>
          <p:nvPr>
            <p:ph type="dt" idx="45"/>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4561260-593D-4AD6-A0E4-834F8BAAC63D}"/>
              </a:ext>
            </a:extLst>
          </p:cNvPr>
          <p:cNvSpPr/>
          <p:nvPr>
            <p:ph type="ftr" idx="46"/>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9.xml><?xml version="1.0" encoding="utf-8"?>
<p:sldLayout xmlns:p="http://schemas.openxmlformats.org/presentationml/2006/main">
  <p:cSld name="Dark - Title Only">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F495A570-6FAE-4393-89B0-E6BA7AC6B3F9}"/>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10792EEA-DB03-4E8E-B6AB-1122F317F95A}"/>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0EBB5D96-D6C9-4E8C-9D41-A28C7CED92F8}"/>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0.xml><?xml version="1.0" encoding="utf-8"?>
<p:sldLayout xmlns:p="http://schemas.openxmlformats.org/presentationml/2006/main">
  <p:cSld name="1_Light - Title/Subtitle">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p:nvPr>
            <p:ph type="body" idx="11"/>
          </p:nvPr>
        </p:nvSpPr>
        <p:spPr>
          <a:xfrm xmlns:a="http://schemas.openxmlformats.org/drawingml/2006/main">
            <a:off x="762000" y="1024235"/>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4" name="Title 3">
            <a:extLst xmlns:a="http://schemas.openxmlformats.org/drawingml/2006/main">
              <a:ext uri="{FF2B5EF4-FFF2-40B4-BE49-F238E27FC236}">
                <a16:creationId xmlns:a16="http://schemas.microsoft.com/office/drawing/2014/main" id="{AC6A8D35-C90D-428D-8E15-6F958679D94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56526A55-50C7-43D1-9A4E-DE6E31578685}"/>
              </a:ext>
            </a:extLst>
          </p:cNvPr>
          <p:cNvSpPr/>
          <p:nvPr>
            <p:ph type="dt" idx="12"/>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47ED885-1287-4046-BFFE-E5DEC702C7AE}"/>
              </a:ext>
            </a:extLst>
          </p:cNvPr>
          <p:cNvSpPr/>
          <p:nvPr>
            <p:ph type="ftr" idx="13"/>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1.xml><?xml version="1.0" encoding="utf-8"?>
<p:sldLayout xmlns:p="http://schemas.openxmlformats.org/presentationml/2006/main">
  <p:cSld name="Light - Data Texture 19 Blank">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34BA956C-AFD4-4D95-9304-BB81E2E12CC5}"/>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C49782E6-C6D7-4588-8CDE-8BB252C535B1}"/>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2.xml><?xml version="1.0" encoding="utf-8"?>
<p:sldLayout xmlns:p="http://schemas.openxmlformats.org/presentationml/2006/main">
  <p:cSld name="Dark - Closing Slide">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43.xml><?xml version="1.0" encoding="utf-8"?>
<p:sldLayout xmlns:p="http://schemas.openxmlformats.org/presentationml/2006/main">
  <p:cSld name="Light - Title/Subtitle 4 Column">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5" name="Title 4">
            <a:extLst xmlns:a="http://schemas.openxmlformats.org/drawingml/2006/main">
              <a:ext uri="{FF2B5EF4-FFF2-40B4-BE49-F238E27FC236}">
                <a16:creationId xmlns:a16="http://schemas.microsoft.com/office/drawing/2014/main" id="{72191157-EC2D-4417-9959-2EA7D1DAFF5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C2388CBD-B05C-4885-A081-172C87DCAD84}"/>
              </a:ext>
            </a:extLst>
          </p:cNvPr>
          <p:cNvSpPr/>
          <p:nvPr>
            <p:ph type="dt" idx="18"/>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3CE56F53-8C5C-4F85-9969-353868B64B25}"/>
              </a:ext>
            </a:extLst>
          </p:cNvPr>
          <p:cNvSpPr/>
          <p:nvPr>
            <p:ph type="ftr" idx="1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4.xml><?xml version="1.0" encoding="utf-8"?>
<p:sldLayout xmlns:p="http://schemas.openxmlformats.org/presentationml/2006/main">
  <p:cSld name="Dark - Metric">
    <p:bg>
      <p:bgRef idx="1001">
        <a:schemeClr xmlns:a="http://schemas.openxmlformats.org/drawingml/2006/main" val="bg1"/>
      </p:bgRef>
    </p:bg>
    <p:spTree>
      <p:nvGrpSpPr>
        <p:cNvPr id="1" name=""/>
        <p:cNvGrpSpPr/>
        <p:nvPr/>
      </p:nvGrpSpPr>
      <p:grpSpPr>
        <a:xfrm xmlns:a="http://schemas.openxmlformats.org/drawingml/2006/main"/>
      </p:grpSpPr>
      <p:sp>
        <p:nvSpPr>
          <p:cNvPr id="9" name="Text Placeholder 4">
            <a:extLst xmlns:a="http://schemas.openxmlformats.org/drawingml/2006/main">
              <a:ext uri="{FF2B5EF4-FFF2-40B4-BE49-F238E27FC236}">
                <a16:creationId xmlns:a16="http://schemas.microsoft.com/office/drawing/2014/main" id="{52A6D6F1-EBC4-4335-819B-433720EB173D}"/>
              </a:ext>
            </a:extLst>
          </p:cNvPr>
          <p:cNvSpPr/>
          <p:nvPr>
            <p:ph type="body" idx="15"/>
          </p:nvPr>
        </p:nvSpPr>
        <p:spPr>
          <a:xfrm xmlns:a="http://schemas.openxmlformats.org/drawingml/2006/main">
            <a:off x="723900" y="1600200"/>
            <a:ext cx="5085287" cy="2415700"/>
          </a:xfrm>
        </p:spPr>
        <p:txBody>
          <a:bodyPr xmlns:a="http://schemas.openxmlformats.org/drawingml/2006/main" anchor="b"/>
          <a:lstStyle xmlns:a="http://schemas.openxmlformats.org/drawingml/2006/main">
            <a:lvl1pPr>
              <a:buNone/>
              <a:defRPr sz="8000" b="1">
                <a:solidFill>
                  <a:srgbClr val="759C6C"/>
                </a:solidFill>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A558375C-46BC-48EA-9DFC-3DF06967D7C3}"/>
              </a:ext>
            </a:extLst>
          </p:cNvPr>
          <p:cNvSpPr/>
          <p:nvPr>
            <p:ph type="dt" idx="16"/>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84B2DF6E-494A-4D98-888D-68B724E489C5}"/>
              </a:ext>
            </a:extLst>
          </p:cNvPr>
          <p:cNvSpPr/>
          <p:nvPr>
            <p:ph type="ftr" idx="17"/>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5.xml><?xml version="1.0" encoding="utf-8"?>
<p:sldLayout xmlns:p="http://schemas.openxmlformats.org/presentationml/2006/main">
  <p:cSld name="Light - Quote with Picture">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p:nvPr>
            <p:ph type="title" idx="0"/>
          </p:nvPr>
        </p:nvSpPr>
        <p:spPr>
          <a:xfrm xmlns:a="http://schemas.openxmlformats.org/drawingml/2006/main">
            <a:off x="5372844" y="2434528"/>
            <a:ext cx="6067096" cy="1846659"/>
          </a:xfrm>
        </p:spPr>
        <p:txBody>
          <a:bodyPr xmlns:a="http://schemas.openxmlformats.org/drawingml/2006/main" vert="horz" wrap="square" lIns="0" tIns="0" rIns="0" bIns="0" anchor="b">
            <a:spAutoFit/>
          </a:bodyPr>
          <a:lstStyle xmlns:a="http://schemas.openxmlformats.org/drawingml/2006/main">
            <a:lvl1pPr>
              <a:lnSpc>
                <a:spcPct val="100000"/>
              </a:lnSpc>
              <a:buNone/>
              <a:defRPr sz="3000" b="0">
                <a:latin typeface="+mj-lt"/>
                <a:ea typeface="+mj-lt"/>
                <a:cs typeface="+mj-lt"/>
              </a:defRPr>
            </a:lvl1pPr>
          </a:lstStyle>
          <a:p xmlns:a="http://schemas.openxmlformats.org/drawingml/2006/main"/>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p:nvPr>
            <p:ph type="body" idx="37"/>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p:nvPr>
            <p:ph type="body" idx="36"/>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buNone/>
              <a:defRPr/>
            </a:lvl1pPr>
          </a:lstStyle>
          <a:p xmlns:a="http://schemas.openxmlformats.org/drawingml/2006/main"/>
        </p:txBody>
      </p:sp>
      <p:sp>
        <p:nvSpPr>
          <p:cNvPr id="12" name="Picture Placeholder 6">
            <a:extLst xmlns:a="http://schemas.openxmlformats.org/drawingml/2006/main">
              <a:ext uri="{FF2B5EF4-FFF2-40B4-BE49-F238E27FC236}">
                <a16:creationId xmlns:a16="http://schemas.microsoft.com/office/drawing/2014/main" id="{48F56FAF-A389-4DEC-BCB5-7C2BCDEBE166}"/>
              </a:ext>
            </a:extLst>
          </p:cNvPr>
          <p:cNvSpPr/>
          <p:nvPr>
            <p:ph type="pic" idx="41"/>
          </p:nvPr>
        </p:nvSpPr>
        <p:spPr>
          <a:xfrm xmlns:a="http://schemas.openxmlformats.org/drawingml/2006/main">
            <a:off x="5434085" y="1206535"/>
            <a:ext cx="2944208" cy="841248"/>
          </a:xfrm>
        </p:spPr>
        <p:txBody>
          <a:bodyPr xmlns:a="http://schemas.openxmlformats.org/drawingml/2006/main" anchor="ctr"/>
          <a:lstStyle xmlns:a="http://schemas.openxmlformats.org/drawingml/2006/main">
            <a:lvl1pPr>
              <a:buNone/>
              <a:defRPr/>
            </a:lvl1pPr>
          </a:lstStyle>
          <a:p xmlns:a="http://schemas.openxmlformats.org/drawingml/2006/main"/>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p:nvPr>
            <p:ph type="pic" idx="42"/>
          </p:nvPr>
        </p:nvSpPr>
        <p:spPr>
          <a:xfrm xmlns:a="http://schemas.openxmlformats.org/drawingml/2006/main">
            <a:off x="0" y="0"/>
            <a:ext cx="4876800" cy="6858000"/>
          </a:xfrm>
        </p:spPr>
        <p:txBody>
          <a:bodyPr xmlns:a="http://schemas.openxmlformats.org/drawingml/2006/main" anchor="ctr"/>
          <a:lstStyle xmlns:a="http://schemas.openxmlformats.org/drawingml/2006/main">
            <a:lvl1pPr>
              <a:buNone/>
              <a:defRPr/>
            </a:lvl1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p:nvPr>
            <p:ph type="dt" idx="43"/>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p:nvPr>
            <p:ph type="ftr" idx="44"/>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6.xml><?xml version="1.0" encoding="utf-8"?>
<p:sldLayout xmlns:p="http://schemas.openxmlformats.org/presentationml/2006/main">
  <p:cSld name="Dark - Divider">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DBAE7266-CBC0-47D9-85A0-91E01109381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9" name="Title 5">
            <a:extLst xmlns:a="http://schemas.openxmlformats.org/drawingml/2006/main">
              <a:ext uri="{FF2B5EF4-FFF2-40B4-BE49-F238E27FC236}">
                <a16:creationId xmlns:a16="http://schemas.microsoft.com/office/drawing/2014/main" id="{7856B97A-8557-4DB6-9175-7EBD0C8937DD}"/>
              </a:ext>
            </a:extLst>
          </p:cNvPr>
          <p:cNvSpPr/>
          <p:nvPr>
            <p:ph type="title" idx="0"/>
          </p:nvPr>
        </p:nvSpPr>
        <p:spPr>
          <a:xfrm xmlns:a="http://schemas.openxmlformats.org/drawingml/2006/main">
            <a:off x="768871" y="2337132"/>
            <a:ext cx="10158984" cy="1280160"/>
          </a:xfrm>
        </p:spPr>
        <p:txBody>
          <a:bodyPr xmlns:a="http://schemas.openxmlformats.org/drawingml/2006/main" vert="horz" wrap="square" lIns="0" tIns="0" rIns="0" bIns="0" anchor="b">
            <a:noAutofit/>
          </a:bodyPr>
          <a:lstStyle xmlns:a="http://schemas.openxmlformats.org/drawingml/2006/main">
            <a:lvl1pPr>
              <a:lnSpc>
                <a:spcPct val="95000"/>
              </a:lnSpc>
              <a:buNone/>
              <a:defRPr sz="4000" b="0">
                <a:latin typeface="+mj-lt"/>
                <a:ea typeface="+mj-lt"/>
                <a:cs typeface="+mj-lt"/>
              </a:defRPr>
            </a:lvl1pPr>
          </a:lstStyle>
          <a:p xmlns:a="http://schemas.openxmlformats.org/drawingml/2006/main"/>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p:nvPr>
            <p:ph type="body" idx="33"/>
          </p:nvPr>
        </p:nvSpPr>
        <p:spPr>
          <a:xfrm xmlns:a="http://schemas.openxmlformats.org/drawingml/2006/main">
            <a:off x="776689" y="4135193"/>
            <a:ext cx="10158984"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95000"/>
              </a:lnSpc>
              <a:spcBef>
                <a:spcPts val="600"/>
              </a:spcBef>
              <a:spcAft>
                <a:spcPts val="0"/>
              </a:spcAft>
              <a:buNone/>
              <a:defRPr sz="1800" b="0">
                <a:solidFill>
                  <a:schemeClr val="accent6"/>
                </a:solidFill>
              </a:defRPr>
            </a:lvl1pPr>
          </a:lstStyle>
          <a:p xmlns:a="http://schemas.openxmlformats.org/drawingml/2006/main"/>
        </p:txBody>
      </p:sp>
    </p:spTree>
  </p:cSld>
</p:sldLayout>
</file>

<file path=ppt/slideLayouts/slideLayout47.xml><?xml version="1.0" encoding="utf-8"?>
<p:sldLayout xmlns:p="http://schemas.openxmlformats.org/presentationml/2006/main">
  <p:cSld name="Light - Title">
    <p:spTree>
      <p:nvGrpSpPr>
        <p:cNvPr id="1" name=""/>
        <p:cNvGrpSpPr/>
        <p:nvPr/>
      </p:nvGrpSpPr>
      <p:grpSpPr>
        <a:xfrm xmlns:a="http://schemas.openxmlformats.org/drawingml/2006/main"/>
      </p:grpSpPr>
      <p:sp>
        <p:nvSpPr>
          <p:cNvPr id="25" name="Subhead">
            <a:extLst xmlns:a="http://schemas.openxmlformats.org/drawingml/2006/main">
              <a:ext uri="{FF2B5EF4-FFF2-40B4-BE49-F238E27FC236}">
                <a16:creationId xmlns:a16="http://schemas.microsoft.com/office/drawing/2014/main" id="{DE85AE1C-733D-7244-A6DA-C3ADBC76ED0C}"/>
              </a:ext>
            </a:extLst>
          </p:cNvPr>
          <p:cNvSpPr/>
          <p:nvPr>
            <p:ph type="body" idx="33"/>
          </p:nvPr>
        </p:nvSpPr>
        <p:spPr>
          <a:xfrm xmlns:a="http://schemas.openxmlformats.org/drawingml/2006/main">
            <a:off x="1018030" y="3519553"/>
            <a:ext cx="10158984"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indent="0" algn="l">
              <a:lnSpc>
                <a:spcPct val="90000"/>
              </a:lnSpc>
              <a:spcBef>
                <a:spcPts val="1000"/>
              </a:spcBef>
              <a:spcAft>
                <a:spcPts val="0"/>
              </a:spcAft>
              <a:buNone/>
              <a:defRPr sz="2400" b="0">
                <a:solidFill>
                  <a:srgbClr val="AE562C"/>
                </a:solidFill>
              </a:defRPr>
            </a:lvl1pPr>
          </a:lstStyle>
          <a:p xmlns:a="http://schemas.openxmlformats.org/drawingml/2006/main"/>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p:nvPr>
            <p:ph type="body" idx="35"/>
          </p:nvPr>
        </p:nvSpPr>
        <p:spPr>
          <a:xfrm xmlns:a="http://schemas.openxmlformats.org/drawingml/2006/main">
            <a:off x="1018030" y="4545595"/>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p:nvPr>
            <p:ph type="body" idx="34"/>
          </p:nvPr>
        </p:nvSpPr>
        <p:spPr>
          <a:xfrm xmlns:a="http://schemas.openxmlformats.org/drawingml/2006/main">
            <a:off x="1018030" y="4883188"/>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buNone/>
              <a:defRPr/>
            </a:lvl1pPr>
          </a:lstStyle>
          <a:p xmlns:a="http://schemas.openxmlformats.org/drawingml/2006/main"/>
        </p:txBody>
      </p:sp>
    </p:spTree>
  </p:cSld>
</p:sldLayout>
</file>

<file path=ppt/slideLayouts/slideLayout48.xml><?xml version="1.0" encoding="utf-8"?>
<p:sldLayout xmlns:p="http://schemas.openxmlformats.org/presentationml/2006/main">
  <p:cSld name="Light - Title/Subtitle 1 Column">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709"/>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DEE4D9CD-CDC4-4642-8CDA-7351404FC2D2}"/>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p:nvPr>
            <p:ph type="dt" idx="15"/>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p:nvPr>
            <p:ph type="ftr" idx="16"/>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9.xml><?xml version="1.0" encoding="utf-8"?>
<p:sldLayout xmlns:p="http://schemas.openxmlformats.org/presentationml/2006/main">
  <p:cSld name="Dark - Title 3 Column">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150D675-D1C2-4EC5-AC43-361941EAF0BF}"/>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933D1004-DEA1-4BAF-97C2-F49A471F4E4F}"/>
              </a:ext>
            </a:extLst>
          </p:cNvPr>
          <p:cNvSpPr/>
          <p:nvPr>
            <p:ph type="dt" idx="17"/>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88C7C943-7B6D-4881-926B-CD58E0F2AC11}"/>
              </a:ext>
            </a:extLst>
          </p:cNvPr>
          <p:cNvSpPr/>
          <p:nvPr>
            <p:ph type="ftr" idx="18"/>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0.xml><?xml version="1.0" encoding="utf-8"?>
<p:sldLayout xmlns:p="http://schemas.openxmlformats.org/presentationml/2006/main">
  <p:cSld name="Dark - Title Quad Infographic">
    <p:bg>
      <p:bgRef idx="1001">
        <a:schemeClr xmlns:a="http://schemas.openxmlformats.org/drawingml/2006/main" val="bg1"/>
      </p:bgRef>
    </p:bg>
    <p:spTree>
      <p:nvGrpSpPr>
        <p:cNvPr id="1" name=""/>
        <p:cNvGrpSpPr/>
        <p:nvPr/>
      </p:nvGrpSpPr>
      <p:grpSpPr>
        <a:xfrm xmlns:a="http://schemas.openxmlformats.org/drawingml/2006/main"/>
      </p:grpSpPr>
      <p:sp>
        <p:nvSpPr>
          <p:cNvPr id="33" name="Picture Placeholder 1">
            <a:extLst xmlns:a="http://schemas.openxmlformats.org/drawingml/2006/main">
              <a:ext uri="{FF2B5EF4-FFF2-40B4-BE49-F238E27FC236}">
                <a16:creationId xmlns:a16="http://schemas.microsoft.com/office/drawing/2014/main" id="{DC7ED535-9B24-2444-9E27-765F743C79F0}"/>
              </a:ext>
            </a:extLst>
          </p:cNvPr>
          <p:cNvSpPr/>
          <p:nvPr>
            <p:ph type="pic" idx="23"/>
          </p:nvPr>
        </p:nvSpPr>
        <p:spPr>
          <a:xfrm xmlns:a="http://schemas.openxmlformats.org/drawingml/2006/main">
            <a:off x="768875" y="1609209"/>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5" name="Text Field 1">
            <a:extLst xmlns:a="http://schemas.openxmlformats.org/drawingml/2006/main">
              <a:ext uri="{FF2B5EF4-FFF2-40B4-BE49-F238E27FC236}">
                <a16:creationId xmlns:a16="http://schemas.microsoft.com/office/drawing/2014/main" id="{C023883C-5CAF-9849-B009-1426F3585365}"/>
              </a:ext>
            </a:extLst>
          </p:cNvPr>
          <p:cNvSpPr/>
          <p:nvPr>
            <p:ph type="body" idx="14"/>
          </p:nvPr>
        </p:nvSpPr>
        <p:spPr>
          <a:xfrm xmlns:a="http://schemas.openxmlformats.org/drawingml/2006/main">
            <a:off x="2635245" y="1609209"/>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5" name="Picture Placeholder 2">
            <a:extLst xmlns:a="http://schemas.openxmlformats.org/drawingml/2006/main">
              <a:ext uri="{FF2B5EF4-FFF2-40B4-BE49-F238E27FC236}">
                <a16:creationId xmlns:a16="http://schemas.microsoft.com/office/drawing/2014/main" id="{422BC426-FCDB-1347-93C5-E0102AEBC39C}"/>
              </a:ext>
            </a:extLst>
          </p:cNvPr>
          <p:cNvSpPr/>
          <p:nvPr>
            <p:ph type="pic" idx="25"/>
          </p:nvPr>
        </p:nvSpPr>
        <p:spPr>
          <a:xfrm xmlns:a="http://schemas.openxmlformats.org/drawingml/2006/main">
            <a:off x="6350303" y="1609209"/>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1" name="Text Field 2">
            <a:extLst xmlns:a="http://schemas.openxmlformats.org/drawingml/2006/main">
              <a:ext uri="{FF2B5EF4-FFF2-40B4-BE49-F238E27FC236}">
                <a16:creationId xmlns:a16="http://schemas.microsoft.com/office/drawing/2014/main" id="{0EDDA99D-1B70-A347-9716-4968C6A671A3}"/>
              </a:ext>
            </a:extLst>
          </p:cNvPr>
          <p:cNvSpPr/>
          <p:nvPr>
            <p:ph type="body" idx="21"/>
          </p:nvPr>
        </p:nvSpPr>
        <p:spPr>
          <a:xfrm xmlns:a="http://schemas.openxmlformats.org/drawingml/2006/main">
            <a:off x="8224823" y="1609209"/>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4" name="Picture Placeholder 3">
            <a:extLst xmlns:a="http://schemas.openxmlformats.org/drawingml/2006/main">
              <a:ext uri="{FF2B5EF4-FFF2-40B4-BE49-F238E27FC236}">
                <a16:creationId xmlns:a16="http://schemas.microsoft.com/office/drawing/2014/main" id="{B5E51CE6-D9C1-DD40-936F-2F700452F826}"/>
              </a:ext>
            </a:extLst>
          </p:cNvPr>
          <p:cNvSpPr/>
          <p:nvPr>
            <p:ph type="pic" idx="24"/>
          </p:nvPr>
        </p:nvSpPr>
        <p:spPr>
          <a:xfrm xmlns:a="http://schemas.openxmlformats.org/drawingml/2006/main">
            <a:off x="768875" y="4240646"/>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9" name="Text Field 3">
            <a:extLst xmlns:a="http://schemas.openxmlformats.org/drawingml/2006/main">
              <a:ext uri="{FF2B5EF4-FFF2-40B4-BE49-F238E27FC236}">
                <a16:creationId xmlns:a16="http://schemas.microsoft.com/office/drawing/2014/main" id="{031D2CD6-C0D8-8147-83B7-2E2A8E87228F}"/>
              </a:ext>
            </a:extLst>
          </p:cNvPr>
          <p:cNvSpPr/>
          <p:nvPr>
            <p:ph type="body" idx="20"/>
          </p:nvPr>
        </p:nvSpPr>
        <p:spPr>
          <a:xfrm xmlns:a="http://schemas.openxmlformats.org/drawingml/2006/main">
            <a:off x="2635245" y="4240646"/>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6" name="Picture Placeholder 4">
            <a:extLst xmlns:a="http://schemas.openxmlformats.org/drawingml/2006/main">
              <a:ext uri="{FF2B5EF4-FFF2-40B4-BE49-F238E27FC236}">
                <a16:creationId xmlns:a16="http://schemas.microsoft.com/office/drawing/2014/main" id="{E401E47D-2565-384E-8A5E-2C02D2EAAAAB}"/>
              </a:ext>
            </a:extLst>
          </p:cNvPr>
          <p:cNvSpPr/>
          <p:nvPr>
            <p:ph type="pic" idx="26"/>
          </p:nvPr>
        </p:nvSpPr>
        <p:spPr>
          <a:xfrm xmlns:a="http://schemas.openxmlformats.org/drawingml/2006/main">
            <a:off x="6350303" y="4240646"/>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2" name="Text Field 4">
            <a:extLst xmlns:a="http://schemas.openxmlformats.org/drawingml/2006/main">
              <a:ext uri="{FF2B5EF4-FFF2-40B4-BE49-F238E27FC236}">
                <a16:creationId xmlns:a16="http://schemas.microsoft.com/office/drawing/2014/main" id="{41923FF5-9A13-1F4B-89D9-62FE2B438352}"/>
              </a:ext>
            </a:extLst>
          </p:cNvPr>
          <p:cNvSpPr/>
          <p:nvPr>
            <p:ph type="body" idx="22"/>
          </p:nvPr>
        </p:nvSpPr>
        <p:spPr>
          <a:xfrm xmlns:a="http://schemas.openxmlformats.org/drawingml/2006/main">
            <a:off x="8224823" y="4240646"/>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Title 4">
            <a:extLst xmlns:a="http://schemas.openxmlformats.org/drawingml/2006/main">
              <a:ext uri="{FF2B5EF4-FFF2-40B4-BE49-F238E27FC236}">
                <a16:creationId xmlns:a16="http://schemas.microsoft.com/office/drawing/2014/main" id="{083207C4-681D-4388-B80E-EE2FA349AF02}"/>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EC3EB1D7-DB39-4B87-83A2-C41A68F7435E}"/>
              </a:ext>
            </a:extLst>
          </p:cNvPr>
          <p:cNvSpPr/>
          <p:nvPr>
            <p:ph type="dt" idx="27"/>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ABD1DB1E-E699-4B1A-BFD3-5F9D0BCDB864}"/>
              </a:ext>
            </a:extLst>
          </p:cNvPr>
          <p:cNvSpPr/>
          <p:nvPr>
            <p:ph type="ftr" idx="28"/>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1.xml><?xml version="1.0" encoding="utf-8"?>
<p:sldLayout xmlns:p="http://schemas.openxmlformats.org/presentationml/2006/main">
  <p:cSld name="Light - Title/Subtitle Quad Infographic">
    <p:bg>
      <p:bgRef idx="1001">
        <a:schemeClr xmlns:a="http://schemas.openxmlformats.org/drawingml/2006/main" val="bg1"/>
      </p:bgRef>
    </p:bg>
    <p:spTree>
      <p:nvGrpSpPr>
        <p:cNvPr id="1" name=""/>
        <p:cNvGrpSpPr/>
        <p:nvPr/>
      </p:nvGrpSpPr>
      <p:grpSpPr>
        <a:xfrm xmlns:a="http://schemas.openxmlformats.org/drawingml/2006/main"/>
      </p:grpSpPr>
      <p:sp>
        <p:nvSpPr>
          <p:cNvPr id="22" name="Subtitle">
            <a:extLst xmlns:a="http://schemas.openxmlformats.org/drawingml/2006/main">
              <a:ext uri="{FF2B5EF4-FFF2-40B4-BE49-F238E27FC236}">
                <a16:creationId xmlns:a16="http://schemas.microsoft.com/office/drawing/2014/main" id="{F8627394-C302-DF4A-A2CC-76DC053BE227}"/>
              </a:ext>
            </a:extLst>
          </p:cNvPr>
          <p:cNvSpPr/>
          <p:nvPr>
            <p:ph type="body" idx="27"/>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33" name="Picture Placeholder 1">
            <a:extLst xmlns:a="http://schemas.openxmlformats.org/drawingml/2006/main">
              <a:ext uri="{FF2B5EF4-FFF2-40B4-BE49-F238E27FC236}">
                <a16:creationId xmlns:a16="http://schemas.microsoft.com/office/drawing/2014/main" id="{DC7ED535-9B24-2444-9E27-765F743C79F0}"/>
              </a:ext>
            </a:extLst>
          </p:cNvPr>
          <p:cNvSpPr/>
          <p:nvPr>
            <p:ph type="pic" idx="23"/>
          </p:nvPr>
        </p:nvSpPr>
        <p:spPr>
          <a:xfrm xmlns:a="http://schemas.openxmlformats.org/drawingml/2006/main">
            <a:off x="766763" y="1609725"/>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5" name="Text Field 1">
            <a:extLst xmlns:a="http://schemas.openxmlformats.org/drawingml/2006/main">
              <a:ext uri="{FF2B5EF4-FFF2-40B4-BE49-F238E27FC236}">
                <a16:creationId xmlns:a16="http://schemas.microsoft.com/office/drawing/2014/main" id="{C023883C-5CAF-9849-B009-1426F3585365}"/>
              </a:ext>
            </a:extLst>
          </p:cNvPr>
          <p:cNvSpPr/>
          <p:nvPr>
            <p:ph type="body" idx="14"/>
          </p:nvPr>
        </p:nvSpPr>
        <p:spPr>
          <a:xfrm xmlns:a="http://schemas.openxmlformats.org/drawingml/2006/main">
            <a:off x="2635245" y="1609725"/>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5" name="Picture Placeholder 2">
            <a:extLst xmlns:a="http://schemas.openxmlformats.org/drawingml/2006/main">
              <a:ext uri="{FF2B5EF4-FFF2-40B4-BE49-F238E27FC236}">
                <a16:creationId xmlns:a16="http://schemas.microsoft.com/office/drawing/2014/main" id="{422BC426-FCDB-1347-93C5-E0102AEBC39C}"/>
              </a:ext>
            </a:extLst>
          </p:cNvPr>
          <p:cNvSpPr/>
          <p:nvPr>
            <p:ph type="pic" idx="25"/>
          </p:nvPr>
        </p:nvSpPr>
        <p:spPr>
          <a:xfrm xmlns:a="http://schemas.openxmlformats.org/drawingml/2006/main">
            <a:off x="6350303" y="1609725"/>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1" name="Text Field 2">
            <a:extLst xmlns:a="http://schemas.openxmlformats.org/drawingml/2006/main">
              <a:ext uri="{FF2B5EF4-FFF2-40B4-BE49-F238E27FC236}">
                <a16:creationId xmlns:a16="http://schemas.microsoft.com/office/drawing/2014/main" id="{0EDDA99D-1B70-A347-9716-4968C6A671A3}"/>
              </a:ext>
            </a:extLst>
          </p:cNvPr>
          <p:cNvSpPr/>
          <p:nvPr>
            <p:ph type="body" idx="21"/>
          </p:nvPr>
        </p:nvSpPr>
        <p:spPr>
          <a:xfrm xmlns:a="http://schemas.openxmlformats.org/drawingml/2006/main">
            <a:off x="8224823" y="1609725"/>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4" name="Picture Placeholder 3">
            <a:extLst xmlns:a="http://schemas.openxmlformats.org/drawingml/2006/main">
              <a:ext uri="{FF2B5EF4-FFF2-40B4-BE49-F238E27FC236}">
                <a16:creationId xmlns:a16="http://schemas.microsoft.com/office/drawing/2014/main" id="{B5E51CE6-D9C1-DD40-936F-2F700452F826}"/>
              </a:ext>
            </a:extLst>
          </p:cNvPr>
          <p:cNvSpPr/>
          <p:nvPr>
            <p:ph type="pic" idx="24"/>
          </p:nvPr>
        </p:nvSpPr>
        <p:spPr>
          <a:xfrm xmlns:a="http://schemas.openxmlformats.org/drawingml/2006/main">
            <a:off x="766763" y="4241162"/>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29" name="Text Field 3">
            <a:extLst xmlns:a="http://schemas.openxmlformats.org/drawingml/2006/main">
              <a:ext uri="{FF2B5EF4-FFF2-40B4-BE49-F238E27FC236}">
                <a16:creationId xmlns:a16="http://schemas.microsoft.com/office/drawing/2014/main" id="{031D2CD6-C0D8-8147-83B7-2E2A8E87228F}"/>
              </a:ext>
            </a:extLst>
          </p:cNvPr>
          <p:cNvSpPr/>
          <p:nvPr>
            <p:ph type="body" idx="20"/>
          </p:nvPr>
        </p:nvSpPr>
        <p:spPr>
          <a:xfrm xmlns:a="http://schemas.openxmlformats.org/drawingml/2006/main">
            <a:off x="2635245" y="4241162"/>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6" name="Picture Placeholder 4">
            <a:extLst xmlns:a="http://schemas.openxmlformats.org/drawingml/2006/main">
              <a:ext uri="{FF2B5EF4-FFF2-40B4-BE49-F238E27FC236}">
                <a16:creationId xmlns:a16="http://schemas.microsoft.com/office/drawing/2014/main" id="{E401E47D-2565-384E-8A5E-2C02D2EAAAAB}"/>
              </a:ext>
            </a:extLst>
          </p:cNvPr>
          <p:cNvSpPr/>
          <p:nvPr>
            <p:ph type="pic" idx="26"/>
          </p:nvPr>
        </p:nvSpPr>
        <p:spPr>
          <a:xfrm xmlns:a="http://schemas.openxmlformats.org/drawingml/2006/main">
            <a:off x="6350303" y="4241162"/>
            <a:ext cx="1618488" cy="16184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2" name="Text Field 4">
            <a:extLst xmlns:a="http://schemas.openxmlformats.org/drawingml/2006/main">
              <a:ext uri="{FF2B5EF4-FFF2-40B4-BE49-F238E27FC236}">
                <a16:creationId xmlns:a16="http://schemas.microsoft.com/office/drawing/2014/main" id="{41923FF5-9A13-1F4B-89D9-62FE2B438352}"/>
              </a:ext>
            </a:extLst>
          </p:cNvPr>
          <p:cNvSpPr/>
          <p:nvPr>
            <p:ph type="body" idx="22"/>
          </p:nvPr>
        </p:nvSpPr>
        <p:spPr>
          <a:xfrm xmlns:a="http://schemas.openxmlformats.org/drawingml/2006/main">
            <a:off x="8224823" y="4241162"/>
            <a:ext cx="3203704" cy="187324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Title 3">
            <a:extLst xmlns:a="http://schemas.openxmlformats.org/drawingml/2006/main">
              <a:ext uri="{FF2B5EF4-FFF2-40B4-BE49-F238E27FC236}">
                <a16:creationId xmlns:a16="http://schemas.microsoft.com/office/drawing/2014/main" id="{EA56FC21-9E73-4F6F-9512-715B2F6AE707}"/>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80A4CAAD-4985-4FFF-BE24-1873DC385CA6}"/>
              </a:ext>
            </a:extLst>
          </p:cNvPr>
          <p:cNvSpPr/>
          <p:nvPr>
            <p:ph type="dt" idx="28"/>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DD6AD3B-D115-41B9-A024-91B560E170AD}"/>
              </a:ext>
            </a:extLst>
          </p:cNvPr>
          <p:cNvSpPr/>
          <p:nvPr>
            <p:ph type="ftr" idx="2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2.xml><?xml version="1.0" encoding="utf-8"?>
<p:sldLayout xmlns:p="http://schemas.openxmlformats.org/presentationml/2006/main">
  <p:cSld name="3_Light - Title/Subtitle">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p:nvPr>
            <p:ph type="body" idx="11"/>
          </p:nvPr>
        </p:nvSpPr>
        <p:spPr>
          <a:xfrm xmlns:a="http://schemas.openxmlformats.org/drawingml/2006/main">
            <a:off x="762000" y="1024235"/>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solidFill>
                  <a:schemeClr val="bg1"/>
                </a:solidFill>
                <a:latin typeface="Oracle Sans Tab"/>
                <a:ea typeface="Oracle Sans Tab"/>
                <a:cs typeface="Oracle Sans Tab"/>
              </a:defRPr>
            </a:lvl1pPr>
          </a:lstStyle>
          <a:p xmlns:a="http://schemas.openxmlformats.org/drawingml/2006/main"/>
        </p:txBody>
      </p:sp>
      <p:sp>
        <p:nvSpPr>
          <p:cNvPr id="4" name="Title 3">
            <a:extLst xmlns:a="http://schemas.openxmlformats.org/drawingml/2006/main">
              <a:ext uri="{FF2B5EF4-FFF2-40B4-BE49-F238E27FC236}">
                <a16:creationId xmlns:a16="http://schemas.microsoft.com/office/drawing/2014/main" id="{AC6A8D35-C90D-428D-8E15-6F958679D947}"/>
              </a:ext>
            </a:extLst>
          </p:cNvPr>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56526A55-50C7-43D1-9A4E-DE6E31578685}"/>
              </a:ext>
            </a:extLst>
          </p:cNvPr>
          <p:cNvSpPr/>
          <p:nvPr>
            <p:ph type="dt" idx="12"/>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47ED885-1287-4046-BFFE-E5DEC702C7AE}"/>
              </a:ext>
            </a:extLst>
          </p:cNvPr>
          <p:cNvSpPr/>
          <p:nvPr>
            <p:ph type="ftr" idx="13"/>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p:txBody>
      </p:sp>
    </p:spTree>
  </p:cSld>
</p:sldLayout>
</file>

<file path=ppt/slideLayouts/slideLayout53.xml><?xml version="1.0" encoding="utf-8"?>
<p:sldLayout xmlns:p="http://schemas.openxmlformats.org/presentationml/2006/main">
  <p:cSld name="Dark - Title and Content">
    <p:spTree>
      <p:nvGrpSpPr>
        <p:cNvPr id="1" name=""/>
        <p:cNvGrpSpPr/>
        <p:nvPr/>
      </p:nvGrpSpPr>
      <p:grpSpPr>
        <a:xfrm xmlns:a="http://schemas.openxmlformats.org/drawingml/2006/main"/>
      </p:grpSpPr>
      <p:sp>
        <p:nvSpPr>
          <p:cNvPr id="12" name="Footer Placeholder">
            <a:extLst xmlns:a="http://schemas.openxmlformats.org/drawingml/2006/main">
              <a:ext uri="{FF2B5EF4-FFF2-40B4-BE49-F238E27FC236}">
                <a16:creationId xmlns:a16="http://schemas.microsoft.com/office/drawing/2014/main" id="{681B7FDB-21AD-43D3-9629-6865ECE7ADC5}"/>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11" name="Date Placeholder">
            <a:extLst xmlns:a="http://schemas.openxmlformats.org/drawingml/2006/main">
              <a:ext uri="{FF2B5EF4-FFF2-40B4-BE49-F238E27FC236}">
                <a16:creationId xmlns:a16="http://schemas.microsoft.com/office/drawing/2014/main" id="{2872A553-B5A6-4603-91A2-FF76401D8DFC}"/>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2" name="Title 1">
            <a:extLst xmlns:a="http://schemas.openxmlformats.org/drawingml/2006/main">
              <a:ext uri="{FF2B5EF4-FFF2-40B4-BE49-F238E27FC236}">
                <a16:creationId xmlns:a16="http://schemas.microsoft.com/office/drawing/2014/main" id="{12612D05-859A-4FDE-924B-FB91696215EA}"/>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Tree>
  </p:cSld>
</p:sldLayout>
</file>

<file path=ppt/slideLayouts/slideLayout54.xml><?xml version="1.0" encoding="utf-8"?>
<p:sldLayout xmlns:p="http://schemas.openxmlformats.org/presentationml/2006/main">
  <p:cSld name="Dark - Thank You">
    <p:bg>
      <p:bgRef idx="1001">
        <a:schemeClr xmlns:a="http://schemas.openxmlformats.org/drawingml/2006/main" val="bg1"/>
      </p:bgRef>
    </p:bg>
    <p:spTree>
      <p:nvGrpSpPr>
        <p:cNvPr id="1" name=""/>
        <p:cNvGrpSpPr/>
        <p:nvPr/>
      </p:nvGrpSpPr>
      <p:grpSpPr>
        <a:xfrm xmlns:a="http://schemas.openxmlformats.org/drawingml/2006/main"/>
      </p:grpSpPr>
      <p:sp>
        <p:nvSpPr>
          <p:cNvPr id="3" name="Thank youi">
            <a:extLst xmlns:a="http://schemas.openxmlformats.org/drawingml/2006/main">
              <a:ext uri="{FF2B5EF4-FFF2-40B4-BE49-F238E27FC236}">
                <a16:creationId xmlns:a16="http://schemas.microsoft.com/office/drawing/2014/main" id="{1F390879-C7C7-4224-97BB-1C165BFB5AA3}"/>
              </a:ext>
            </a:extLst>
          </p:cNvPr>
          <p:cNvSpPr/>
          <p:nvPr>
            <p:ph type="title" idx="0"/>
          </p:nvPr>
        </p:nvSpPr>
        <p:spPr>
          <a:xfrm xmlns:a="http://schemas.openxmlformats.org/drawingml/2006/main">
            <a:off x="768875" y="3483973"/>
            <a:ext cx="5029200" cy="822960"/>
          </a:xfrm>
        </p:spPr>
        <p:txBody>
          <a:bodyPr xmlns:a="http://schemas.openxmlformats.org/drawingml/2006/main" vert="horz" lIns="0" tIns="0" rIns="0" bIns="0" anchor="b">
            <a:noAutofit/>
          </a:bodyPr>
          <a:lstStyle xmlns:a="http://schemas.openxmlformats.org/drawingml/2006/main">
            <a:lvl1pPr>
              <a:buNone/>
              <a:defRPr sz="3200" b="0">
                <a:latin typeface="+mj-lt"/>
                <a:ea typeface="+mj-lt"/>
                <a:cs typeface="+mj-lt"/>
              </a:defRPr>
            </a:lvl1pPr>
          </a:lstStyle>
          <a:p xmlns:a="http://schemas.openxmlformats.org/drawingml/2006/main"/>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buNone/>
              <a:defRPr/>
            </a:lvl1pPr>
          </a:lstStyle>
          <a:p xmlns:a="http://schemas.openxmlformats.org/drawingml/2006/main"/>
        </p:txBody>
      </p:sp>
      <p:sp>
        <p:nvSpPr>
          <p:cNvPr id="4" name="Date Placeholder 3">
            <a:extLst xmlns:a="http://schemas.openxmlformats.org/drawingml/2006/main">
              <a:ext uri="{FF2B5EF4-FFF2-40B4-BE49-F238E27FC236}">
                <a16:creationId xmlns:a16="http://schemas.microsoft.com/office/drawing/2014/main" id="{B8DBDF9E-BB65-47CA-AE22-65479E3B2B11}"/>
              </a:ext>
            </a:extLst>
          </p:cNvPr>
          <p:cNvSpPr/>
          <p:nvPr>
            <p:ph type="dt" idx="38"/>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36FFAC2-A591-4775-8C17-E779B8580987}"/>
              </a:ext>
            </a:extLst>
          </p:cNvPr>
          <p:cNvSpPr/>
          <p:nvPr>
            <p:ph type="ftr" idx="3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5.xml><?xml version="1.0" encoding="utf-8"?>
<p:sldLayout xmlns:p="http://schemas.openxmlformats.org/presentationml/2006/main">
  <p:cSld name="Light - Title 2 Column">
    <p:bg>
      <p:bgRef idx="1001">
        <a:schemeClr xmlns:a="http://schemas.openxmlformats.org/drawingml/2006/main" val="bg1"/>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3959A2DB-C5C1-4EE1-AACB-216D980708B8}"/>
              </a:ext>
            </a:extLst>
          </p:cNvPr>
          <p:cNvSpPr/>
          <p:nvPr>
            <p:ph type="dt" idx="16"/>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66DC0504-19F8-4069-8B02-83766B3CAF7F}"/>
              </a:ext>
            </a:extLst>
          </p:cNvPr>
          <p:cNvSpPr/>
          <p:nvPr>
            <p:ph type="ftr" idx="17"/>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6.xml><?xml version="1.0" encoding="utf-8"?>
<p:sldLayout xmlns:p="http://schemas.openxmlformats.org/presentationml/2006/main">
  <p:cSld name="Dark - Blank">
    <p:bg>
      <p:bgPr>
        <a:solidFill xmlns:a="http://schemas.openxmlformats.org/drawingml/2006/main">
          <a:schemeClr val="bg1"/>
        </a:solidFill>
      </p:bgPr>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1DEECACB-46C4-4A42-8159-4ABC00F85DC7}"/>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21AED7B6-E930-4B73-845F-99262175EA18}"/>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7.xml><?xml version="1.0" encoding="utf-8"?>
<p:sldLayout xmlns:p="http://schemas.openxmlformats.org/presentationml/2006/main">
  <p:cSld name="Light - Data Texture 16 Blank">
    <p:bg>
      <p:bgRef idx="1001">
        <a:schemeClr xmlns:a="http://schemas.openxmlformats.org/drawingml/2006/main" val="bg1"/>
      </p:bgRef>
    </p:bg>
    <p:spTree>
      <p:nvGrpSpPr>
        <p:cNvPr id="1" name=""/>
        <p:cNvGrpSpPr/>
        <p:nvPr/>
      </p:nvGrpSpPr>
      <p:grpSpPr>
        <a:xfrm xmlns:a="http://schemas.openxmlformats.org/drawingml/2006/main"/>
      </p:grpSpPr>
      <p:sp>
        <p:nvSpPr>
          <p:cNvPr id="3" name="Date Placeholder 2">
            <a:extLst xmlns:a="http://schemas.openxmlformats.org/drawingml/2006/main">
              <a:ext uri="{FF2B5EF4-FFF2-40B4-BE49-F238E27FC236}">
                <a16:creationId xmlns:a16="http://schemas.microsoft.com/office/drawing/2014/main" id="{F89127AD-303E-4148-925B-F8D854942DC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8.xml><?xml version="1.0" encoding="utf-8"?>
<p:sldLayout xmlns:p="http://schemas.openxmlformats.org/presentationml/2006/main">
  <p:cSld name="Light - Quote with Data Texture Background">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A19B719-F896-40D2-A59B-8E51E7D4BB65}"/>
              </a:ext>
            </a:extLst>
          </p:cNvPr>
          <p:cNvSpPr/>
          <p:nvPr>
            <p:ph type="title" idx="0"/>
          </p:nvPr>
        </p:nvSpPr>
        <p:spPr>
          <a:xfrm xmlns:a="http://schemas.openxmlformats.org/drawingml/2006/main">
            <a:off x="768875" y="1828800"/>
            <a:ext cx="8049200" cy="2026447"/>
          </a:xfrm>
        </p:spPr>
        <p:txBody>
          <a:bodyPr xmlns:a="http://schemas.openxmlformats.org/drawingml/2006/main" vert="horz" wrap="square" lIns="0" tIns="0" rIns="0" bIns="0" anchor="b">
            <a:noAutofit/>
          </a:bodyPr>
          <a:lstStyle xmlns:a="http://schemas.openxmlformats.org/drawingml/2006/main">
            <a:lvl1pPr>
              <a:lnSpc>
                <a:spcPct val="100000"/>
              </a:lnSpc>
              <a:buNone/>
              <a:defRPr sz="3200" b="0">
                <a:latin typeface="+mj-lt"/>
                <a:ea typeface="+mj-lt"/>
                <a:cs typeface="+mj-lt"/>
              </a:defRPr>
            </a:lvl1pPr>
          </a:lstStyle>
          <a:p xmlns:a="http://schemas.openxmlformats.org/drawingml/2006/main"/>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p:nvPr>
            <p:ph type="body" idx="37"/>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buNone/>
              <a:defRPr b="1"/>
            </a:lvl1pPr>
          </a:lstStyle>
          <a:p xmlns:a="http://schemas.openxmlformats.org/drawingml/2006/main"/>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p:nvPr>
            <p:ph type="body" idx="36"/>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buNone/>
              <a:defRPr/>
            </a:lvl1pPr>
          </a:lstStyle>
          <a:p xmlns:a="http://schemas.openxmlformats.org/drawingml/2006/main"/>
        </p:txBody>
      </p:sp>
      <p:sp>
        <p:nvSpPr>
          <p:cNvPr id="7" name="Picture Placeholder 6">
            <a:extLst xmlns:a="http://schemas.openxmlformats.org/drawingml/2006/main">
              <a:ext uri="{FF2B5EF4-FFF2-40B4-BE49-F238E27FC236}">
                <a16:creationId xmlns:a16="http://schemas.microsoft.com/office/drawing/2014/main" id="{414A2E81-7AA0-4954-BF7E-C076C41AF7C6}"/>
              </a:ext>
            </a:extLst>
          </p:cNvPr>
          <p:cNvSpPr/>
          <p:nvPr>
            <p:ph type="pic" idx="41"/>
          </p:nvPr>
        </p:nvSpPr>
        <p:spPr>
          <a:xfrm xmlns:a="http://schemas.openxmlformats.org/drawingml/2006/main">
            <a:off x="771067" y="1013988"/>
            <a:ext cx="2944208" cy="814812"/>
          </a:xfrm>
        </p:spPr>
        <p:txBody>
          <a:bodyPr xmlns:a="http://schemas.openxmlformats.org/drawingml/2006/main"/>
          <a:lstStyle xmlns:a="http://schemas.openxmlformats.org/drawingml/2006/main">
            <a:lvl1pPr>
              <a:buNone/>
              <a:defRPr/>
            </a:lvl1pPr>
          </a:lstStyle>
          <a:p xmlns:a="http://schemas.openxmlformats.org/drawingml/2006/main"/>
        </p:txBody>
      </p:sp>
      <p:sp>
        <p:nvSpPr>
          <p:cNvPr id="6" name="Date Placeholder 5">
            <a:extLst xmlns:a="http://schemas.openxmlformats.org/drawingml/2006/main">
              <a:ext uri="{FF2B5EF4-FFF2-40B4-BE49-F238E27FC236}">
                <a16:creationId xmlns:a16="http://schemas.microsoft.com/office/drawing/2014/main" id="{F17ECA2C-4CF8-48ED-893A-2958F9909B90}"/>
              </a:ext>
            </a:extLst>
          </p:cNvPr>
          <p:cNvSpPr/>
          <p:nvPr>
            <p:ph type="dt" idx="42"/>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144FDBCE-E35C-4859-AD9D-93665BD69FD5}"/>
              </a:ext>
            </a:extLst>
          </p:cNvPr>
          <p:cNvSpPr/>
          <p:nvPr>
            <p:ph type="ftr" idx="43"/>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9.xml><?xml version="1.0" encoding="utf-8"?>
<p:sldLayout xmlns:p="http://schemas.openxmlformats.org/presentationml/2006/main">
  <p:cSld name="Mission Statement">
    <p:bg>
      <p:bgRef idx="1001">
        <a:schemeClr xmlns:a="http://schemas.openxmlformats.org/drawingml/2006/main" val="bg2"/>
      </p:bgRef>
    </p:bg>
    <p:spTree>
      <p:nvGrpSpPr>
        <p:cNvPr id="1" name=""/>
        <p:cNvGrpSpPr/>
        <p:nvPr/>
      </p:nvGrpSpPr>
      <p:grpSpPr>
        <a:xfrm xmlns:a="http://schemas.openxmlformats.org/drawingml/2006/main"/>
      </p:grpSpPr>
    </p:spTree>
  </p:cSld>
</p:sldLayout>
</file>

<file path=ppt/slideLayouts/slideLayout60.xml><?xml version="1.0" encoding="utf-8"?>
<p:sldLayout xmlns:p="http://schemas.openxmlformats.org/presentationml/2006/main">
  <p:cSld name="Dark - Title 1 Column">
    <p:bg>
      <p:bgRef idx="1001">
        <a:schemeClr xmlns:a="http://schemas.openxmlformats.org/drawingml/2006/main" val="bg1"/>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B97CAD67-FAD1-46CA-BDA2-0A0141647918}"/>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B13D7001-FB5A-4601-97ED-F7B118AEEF1B}"/>
              </a:ext>
            </a:extLst>
          </p:cNvPr>
          <p:cNvSpPr/>
          <p:nvPr>
            <p:ph type="dt" idx="14"/>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9A8561F1-3666-4956-BFDC-75350F74460E}"/>
              </a:ext>
            </a:extLst>
          </p:cNvPr>
          <p:cNvSpPr/>
          <p:nvPr>
            <p:ph type="ftr" idx="15"/>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1.xml><?xml version="1.0" encoding="utf-8"?>
<p:sldLayout xmlns:p="http://schemas.openxmlformats.org/presentationml/2006/main">
  <p:cSld name="Dark - Title/Subtitle 1 Column">
    <p:bg>
      <p:bgRef idx="1001">
        <a:schemeClr xmlns:a="http://schemas.openxmlformats.org/drawingml/2006/main" val="bg1"/>
      </p:bgRef>
    </p:bg>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2" name="Title 1">
            <a:extLst xmlns:a="http://schemas.openxmlformats.org/drawingml/2006/main">
              <a:ext uri="{FF2B5EF4-FFF2-40B4-BE49-F238E27FC236}">
                <a16:creationId xmlns:a16="http://schemas.microsoft.com/office/drawing/2014/main" id="{C3E68516-E3E0-4F22-9EB7-1A85E1D3B5A1}"/>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p:nvPr>
            <p:ph type="dt" idx="15"/>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p:nvPr>
            <p:ph type="ftr" idx="16"/>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2.xml><?xml version="1.0" encoding="utf-8"?>
<p:sldLayout xmlns:p="http://schemas.openxmlformats.org/presentationml/2006/main">
  <p:cSld name="Dark - Title/Subtitle 2 Column">
    <p:bg>
      <p:bgRef idx="1001">
        <a:schemeClr xmlns:a="http://schemas.openxmlformats.org/drawingml/2006/main" val="bg1"/>
      </p:bgRef>
    </p:bg>
    <p:spTree>
      <p:nvGrpSpPr>
        <p:cNvPr id="1" name=""/>
        <p:cNvGrpSpPr/>
        <p:nvPr/>
      </p:nvGrpSpPr>
      <p:grpSpPr>
        <a:xfrm xmlns:a="http://schemas.openxmlformats.org/drawingml/2006/main"/>
      </p:grpSpPr>
      <p:sp>
        <p:nvSpPr>
          <p:cNvPr id="3" name="Subtitle">
            <a:extLst xmlns:a="http://schemas.openxmlformats.org/drawingml/2006/main">
              <a:ext uri="{FF2B5EF4-FFF2-40B4-BE49-F238E27FC236}">
                <a16:creationId xmlns:a16="http://schemas.microsoft.com/office/drawing/2014/main" id="{46A3BF75-E03A-3149-A8B6-C22593F32B62}"/>
              </a:ext>
            </a:extLst>
          </p:cNvPr>
          <p:cNvSpPr/>
          <p:nvPr>
            <p:ph type="body" idx="11"/>
          </p:nvPr>
        </p:nvSpPr>
        <p:spPr>
          <a:xfrm xmlns:a="http://schemas.openxmlformats.org/drawingml/2006/main">
            <a:off x="766763"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5" name="Title 4">
            <a:extLst xmlns:a="http://schemas.openxmlformats.org/drawingml/2006/main">
              <a:ext uri="{FF2B5EF4-FFF2-40B4-BE49-F238E27FC236}">
                <a16:creationId xmlns:a16="http://schemas.microsoft.com/office/drawing/2014/main" id="{C3662519-4941-4045-9F0E-DBC7AD6CC29F}"/>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C9E807CE-245D-4F0E-ACCB-E3FE7584A0AE}"/>
              </a:ext>
            </a:extLst>
          </p:cNvPr>
          <p:cNvSpPr/>
          <p:nvPr>
            <p:ph type="dt" idx="16"/>
          </p:nvPr>
        </p:nvSpPr>
        <p:spPr/>
        <p:txBody>
          <a:bodyPr xmlns:a="http://schemas.openxmlformats.org/drawingml/2006/main"/>
          <a:lstStyle xmlns:a="http://schemas.openxmlformats.org/drawingml/2006/main"/>
          <a:p xmlns:a="http://schemas.openxmlformats.org/drawingml/2006/main"/>
        </p:txBody>
      </p:sp>
      <p:sp>
        <p:nvSpPr>
          <p:cNvPr id="7" name="Footer Placeholder 6">
            <a:extLst xmlns:a="http://schemas.openxmlformats.org/drawingml/2006/main">
              <a:ext uri="{FF2B5EF4-FFF2-40B4-BE49-F238E27FC236}">
                <a16:creationId xmlns:a16="http://schemas.microsoft.com/office/drawing/2014/main" id="{D5C87038-F332-48C5-BA1A-25E935076236}"/>
              </a:ext>
            </a:extLst>
          </p:cNvPr>
          <p:cNvSpPr/>
          <p:nvPr>
            <p:ph type="ftr" idx="17"/>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3.xml><?xml version="1.0" encoding="utf-8"?>
<p:sldLayout xmlns:p="http://schemas.openxmlformats.org/presentationml/2006/main">
  <p:cSld name="Light - Title 4 Column">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E665C0AC-7132-4356-88D4-79E4A49B2CE4}"/>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2" name="Date Placeholder 1">
            <a:extLst xmlns:a="http://schemas.openxmlformats.org/drawingml/2006/main">
              <a:ext uri="{FF2B5EF4-FFF2-40B4-BE49-F238E27FC236}">
                <a16:creationId xmlns:a16="http://schemas.microsoft.com/office/drawing/2014/main" id="{1A131A1D-D1FF-4A37-8531-B67D54ED466D}"/>
              </a:ext>
            </a:extLst>
          </p:cNvPr>
          <p:cNvSpPr/>
          <p:nvPr>
            <p:ph type="dt" idx="18"/>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C8EC9026-CA1C-465B-ADD5-AE1F9B7A0775}"/>
              </a:ext>
            </a:extLst>
          </p:cNvPr>
          <p:cNvSpPr/>
          <p:nvPr>
            <p:ph type="ftr" idx="19"/>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4.xml><?xml version="1.0" encoding="utf-8"?>
<p:sldLayout xmlns:p="http://schemas.openxmlformats.org/presentationml/2006/main">
  <p:cSld name="Dark - Title/Subtitle">
    <p:spTree>
      <p:nvGrpSpPr>
        <p:cNvPr id="1" name=""/>
        <p:cNvGrpSpPr/>
        <p:nvPr/>
      </p:nvGrpSpPr>
      <p:grpSpPr>
        <a:xfrm xmlns:a="http://schemas.openxmlformats.org/drawingml/2006/main"/>
      </p:grpSpPr>
      <p:sp>
        <p:nvSpPr>
          <p:cNvPr id="15" name="Subtitle">
            <a:extLst xmlns:a="http://schemas.openxmlformats.org/drawingml/2006/main">
              <a:ext uri="{FF2B5EF4-FFF2-40B4-BE49-F238E27FC236}">
                <a16:creationId xmlns:a16="http://schemas.microsoft.com/office/drawing/2014/main" id="{FC0004EB-159B-A345-859C-0E83416ED930}"/>
              </a:ext>
            </a:extLst>
          </p:cNvPr>
          <p:cNvSpPr/>
          <p:nvPr>
            <p:ph type="body" idx="11"/>
          </p:nvPr>
        </p:nvSpPr>
        <p:spPr>
          <a:xfrm xmlns:a="http://schemas.openxmlformats.org/drawingml/2006/main">
            <a:off x="762000" y="101498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spcAft>
                <a:spcPts val="0"/>
              </a:spcAft>
              <a:buNone/>
              <a:defRPr sz="2000" b="0" i="0">
                <a:latin typeface="Oracle Sans Tab"/>
                <a:ea typeface="Oracle Sans Tab"/>
                <a:cs typeface="Oracle Sans Tab"/>
              </a:defRPr>
            </a:lvl1pPr>
          </a:lstStyle>
          <a:p xmlns:a="http://schemas.openxmlformats.org/drawingml/2006/main"/>
        </p:txBody>
      </p:sp>
      <p:sp>
        <p:nvSpPr>
          <p:cNvPr id="4" name="Title 3">
            <a:extLst xmlns:a="http://schemas.openxmlformats.org/drawingml/2006/main">
              <a:ext uri="{FF2B5EF4-FFF2-40B4-BE49-F238E27FC236}">
                <a16:creationId xmlns:a16="http://schemas.microsoft.com/office/drawing/2014/main" id="{C471FF06-338B-46FE-B4FE-F72B7ABAED7F}"/>
              </a:ext>
            </a:extLst>
          </p:cNvPr>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p:txBody>
      </p:sp>
      <p:sp>
        <p:nvSpPr>
          <p:cNvPr id="3" name="Date Placeholder 2">
            <a:extLst xmlns:a="http://schemas.openxmlformats.org/drawingml/2006/main">
              <a:ext uri="{FF2B5EF4-FFF2-40B4-BE49-F238E27FC236}">
                <a16:creationId xmlns:a16="http://schemas.microsoft.com/office/drawing/2014/main" id="{5159E3D4-8DE9-4EE7-AF46-396CA0361B33}"/>
              </a:ext>
            </a:extLst>
          </p:cNvPr>
          <p:cNvSpPr/>
          <p:nvPr>
            <p:ph type="dt" idx="12"/>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A47ABD9F-CF7B-4739-A09B-21C74EE3D7DA}"/>
              </a:ext>
            </a:extLst>
          </p:cNvPr>
          <p:cNvSpPr/>
          <p:nvPr>
            <p:ph type="ftr" idx="13"/>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1c18600a5bac47c2" /><Relationship Type="http://schemas.openxmlformats.org/officeDocument/2006/relationships/theme" Target="/ppt/theme/theme1.xml" Id="R21f280c649344b73" /><Relationship Type="http://schemas.openxmlformats.org/officeDocument/2006/relationships/slideLayout" Target="/ppt/slideLayouts/slideLayout2.xml" Id="R1fca4c79457941ab" /><Relationship Type="http://schemas.openxmlformats.org/officeDocument/2006/relationships/slideLayout" Target="/ppt/slideLayouts/slideLayout3.xml" Id="Rf720b29ba996417f" /><Relationship Type="http://schemas.openxmlformats.org/officeDocument/2006/relationships/slideLayout" Target="/ppt/slideLayouts/slideLayout4.xml" Id="Rd909f74051da48c9" /><Relationship Type="http://schemas.openxmlformats.org/officeDocument/2006/relationships/slideLayout" Target="/ppt/slideLayouts/slideLayout5.xml" Id="R0808c963bb4b4f5f" /><Relationship Type="http://schemas.openxmlformats.org/officeDocument/2006/relationships/slideLayout" Target="/ppt/slideLayouts/slideLayout6.xml" Id="R05bb338ebcc04602" /><Relationship Type="http://schemas.openxmlformats.org/officeDocument/2006/relationships/slideLayout" Target="/ppt/slideLayouts/slideLayout7.xml" Id="R81c0ddd3ed814935" /><Relationship Type="http://schemas.openxmlformats.org/officeDocument/2006/relationships/slideLayout" Target="/ppt/slideLayouts/slideLayout8.xml" Id="R970ae5f62d074c5e" /><Relationship Type="http://schemas.openxmlformats.org/officeDocument/2006/relationships/slideLayout" Target="/ppt/slideLayouts/slideLayout9.xml" Id="Rc5ac9e3e876e4c46" /><Relationship Type="http://schemas.openxmlformats.org/officeDocument/2006/relationships/slideLayout" Target="/ppt/slideLayouts/slideLayout10.xml" Id="R9a94d390c33a4f74" /><Relationship Type="http://schemas.openxmlformats.org/officeDocument/2006/relationships/slideLayout" Target="/ppt/slideLayouts/slideLayout11.xml" Id="Re01d63d9dd97464c" /><Relationship Type="http://schemas.openxmlformats.org/officeDocument/2006/relationships/slideLayout" Target="/ppt/slideLayouts/slideLayout12.xml" Id="R7394e37ca76f452c" /><Relationship Type="http://schemas.openxmlformats.org/officeDocument/2006/relationships/slideLayout" Target="/ppt/slideLayouts/slideLayout13.xml" Id="R0e828363906143fc" /><Relationship Type="http://schemas.openxmlformats.org/officeDocument/2006/relationships/slideLayout" Target="/ppt/slideLayouts/slideLayout14.xml" Id="R79019e5caad7475a" /><Relationship Type="http://schemas.openxmlformats.org/officeDocument/2006/relationships/slideLayout" Target="/ppt/slideLayouts/slideLayout15.xml" Id="R89755e272b124a99" /><Relationship Type="http://schemas.openxmlformats.org/officeDocument/2006/relationships/slideLayout" Target="/ppt/slideLayouts/slideLayout16.xml" Id="Rcb17536e16d04437" /><Relationship Type="http://schemas.openxmlformats.org/officeDocument/2006/relationships/slideLayout" Target="/ppt/slideLayouts/slideLayout17.xml" Id="R8462d8e3846741ee" /><Relationship Type="http://schemas.openxmlformats.org/officeDocument/2006/relationships/slideLayout" Target="/ppt/slideLayouts/slideLayout18.xml" Id="Rd45181f155df4f5f" /><Relationship Type="http://schemas.openxmlformats.org/officeDocument/2006/relationships/slideLayout" Target="/ppt/slideLayouts/slideLayout19.xml" Id="R77035c9ece08477e" /><Relationship Type="http://schemas.openxmlformats.org/officeDocument/2006/relationships/slideLayout" Target="/ppt/slideLayouts/slideLayout20.xml" Id="R0f0ee6dabbf74afb" /><Relationship Type="http://schemas.openxmlformats.org/officeDocument/2006/relationships/slideLayout" Target="/ppt/slideLayouts/slideLayout21.xml" Id="Rcb48079bc6724857" /><Relationship Type="http://schemas.openxmlformats.org/officeDocument/2006/relationships/slideLayout" Target="/ppt/slideLayouts/slideLayout22.xml" Id="R014aa22987fe4c90" /><Relationship Type="http://schemas.openxmlformats.org/officeDocument/2006/relationships/slideLayout" Target="/ppt/slideLayouts/slideLayout23.xml" Id="Rbc91c02a18084c72" /><Relationship Type="http://schemas.openxmlformats.org/officeDocument/2006/relationships/slideLayout" Target="/ppt/slideLayouts/slideLayout24.xml" Id="Raf42fdf4974c4e22" /><Relationship Type="http://schemas.openxmlformats.org/officeDocument/2006/relationships/slideLayout" Target="/ppt/slideLayouts/slideLayout25.xml" Id="Rafe0eaab39924cd3" /><Relationship Type="http://schemas.openxmlformats.org/officeDocument/2006/relationships/slideLayout" Target="/ppt/slideLayouts/slideLayout26.xml" Id="R60a6074a2bec49b5" /><Relationship Type="http://schemas.openxmlformats.org/officeDocument/2006/relationships/slideLayout" Target="/ppt/slideLayouts/slideLayout27.xml" Id="R3a082ef75190452d" /><Relationship Type="http://schemas.openxmlformats.org/officeDocument/2006/relationships/slideLayout" Target="/ppt/slideLayouts/slideLayout28.xml" Id="Rcb98dd85eb2b4414" /><Relationship Type="http://schemas.openxmlformats.org/officeDocument/2006/relationships/slideLayout" Target="/ppt/slideLayouts/slideLayout29.xml" Id="R8f4ec0124ceb44ec" /><Relationship Type="http://schemas.openxmlformats.org/officeDocument/2006/relationships/slideLayout" Target="/ppt/slideLayouts/slideLayout30.xml" Id="R69010035bf5e49f4" /><Relationship Type="http://schemas.openxmlformats.org/officeDocument/2006/relationships/slideLayout" Target="/ppt/slideLayouts/slideLayout31.xml" Id="R26ccfe5896f0401a" /><Relationship Type="http://schemas.openxmlformats.org/officeDocument/2006/relationships/slideLayout" Target="/ppt/slideLayouts/slideLayout32.xml" Id="R7eb0af58cc574a44" /><Relationship Type="http://schemas.openxmlformats.org/officeDocument/2006/relationships/slideLayout" Target="/ppt/slideLayouts/slideLayout33.xml" Id="R99946a03eb074579" /><Relationship Type="http://schemas.openxmlformats.org/officeDocument/2006/relationships/slideLayout" Target="/ppt/slideLayouts/slideLayout34.xml" Id="R34d178de98674422" /><Relationship Type="http://schemas.openxmlformats.org/officeDocument/2006/relationships/slideLayout" Target="/ppt/slideLayouts/slideLayout35.xml" Id="R3653f02bc2f449eb" /><Relationship Type="http://schemas.openxmlformats.org/officeDocument/2006/relationships/slideLayout" Target="/ppt/slideLayouts/slideLayout36.xml" Id="Rffc4aef732874a26" /><Relationship Type="http://schemas.openxmlformats.org/officeDocument/2006/relationships/slideLayout" Target="/ppt/slideLayouts/slideLayout37.xml" Id="R80746bff83244663" /><Relationship Type="http://schemas.openxmlformats.org/officeDocument/2006/relationships/slideLayout" Target="/ppt/slideLayouts/slideLayout38.xml" Id="Rbba628d13f4f462a" /><Relationship Type="http://schemas.openxmlformats.org/officeDocument/2006/relationships/slideLayout" Target="/ppt/slideLayouts/slideLayout39.xml" Id="R62866860f07348a3" /><Relationship Type="http://schemas.openxmlformats.org/officeDocument/2006/relationships/slideLayout" Target="/ppt/slideLayouts/slideLayout40.xml" Id="Re812157ab44b4ce1" /><Relationship Type="http://schemas.openxmlformats.org/officeDocument/2006/relationships/slideLayout" Target="/ppt/slideLayouts/slideLayout41.xml" Id="R080f7652ad494f83" /><Relationship Type="http://schemas.openxmlformats.org/officeDocument/2006/relationships/slideLayout" Target="/ppt/slideLayouts/slideLayout42.xml" Id="Rb7c13aae50cd4da6" /><Relationship Type="http://schemas.openxmlformats.org/officeDocument/2006/relationships/slideLayout" Target="/ppt/slideLayouts/slideLayout43.xml" Id="R42b0f201484d4226" /><Relationship Type="http://schemas.openxmlformats.org/officeDocument/2006/relationships/slideLayout" Target="/ppt/slideLayouts/slideLayout44.xml" Id="R27cba73470f44ee2" /><Relationship Type="http://schemas.openxmlformats.org/officeDocument/2006/relationships/slideLayout" Target="/ppt/slideLayouts/slideLayout45.xml" Id="Rc033df3bcbd942d7" /><Relationship Type="http://schemas.openxmlformats.org/officeDocument/2006/relationships/slideLayout" Target="/ppt/slideLayouts/slideLayout46.xml" Id="Rac9b7804cd1d4f4f" /><Relationship Type="http://schemas.openxmlformats.org/officeDocument/2006/relationships/slideLayout" Target="/ppt/slideLayouts/slideLayout47.xml" Id="R536d3dd141fd47eb" /><Relationship Type="http://schemas.openxmlformats.org/officeDocument/2006/relationships/slideLayout" Target="/ppt/slideLayouts/slideLayout48.xml" Id="Rdde1e35447074758" /><Relationship Type="http://schemas.openxmlformats.org/officeDocument/2006/relationships/slideLayout" Target="/ppt/slideLayouts/slideLayout49.xml" Id="R709481e9ca1d42ca" /><Relationship Type="http://schemas.openxmlformats.org/officeDocument/2006/relationships/slideLayout" Target="/ppt/slideLayouts/slideLayout50.xml" Id="R2a107511d8a84b05" /><Relationship Type="http://schemas.openxmlformats.org/officeDocument/2006/relationships/slideLayout" Target="/ppt/slideLayouts/slideLayout51.xml" Id="R298378ff29f14f94" /><Relationship Type="http://schemas.openxmlformats.org/officeDocument/2006/relationships/slideLayout" Target="/ppt/slideLayouts/slideLayout52.xml" Id="R449c9b086d8c47b7" /><Relationship Type="http://schemas.openxmlformats.org/officeDocument/2006/relationships/slideLayout" Target="/ppt/slideLayouts/slideLayout53.xml" Id="Rc55b1af04b724278" /><Relationship Type="http://schemas.openxmlformats.org/officeDocument/2006/relationships/slideLayout" Target="/ppt/slideLayouts/slideLayout54.xml" Id="Rc91917d4b8864598" /><Relationship Type="http://schemas.openxmlformats.org/officeDocument/2006/relationships/slideLayout" Target="/ppt/slideLayouts/slideLayout55.xml" Id="R32d4947ded894c04" /><Relationship Type="http://schemas.openxmlformats.org/officeDocument/2006/relationships/slideLayout" Target="/ppt/slideLayouts/slideLayout56.xml" Id="Ra7dbf2f6728847c5" /><Relationship Type="http://schemas.openxmlformats.org/officeDocument/2006/relationships/slideLayout" Target="/ppt/slideLayouts/slideLayout57.xml" Id="R474f7413d2084f13" /><Relationship Type="http://schemas.openxmlformats.org/officeDocument/2006/relationships/slideLayout" Target="/ppt/slideLayouts/slideLayout58.xml" Id="R5705cc682f46413a" /><Relationship Type="http://schemas.openxmlformats.org/officeDocument/2006/relationships/slideLayout" Target="/ppt/slideLayouts/slideLayout59.xml" Id="Rcd26ff3147144c95" /><Relationship Type="http://schemas.openxmlformats.org/officeDocument/2006/relationships/slideLayout" Target="/ppt/slideLayouts/slideLayout60.xml" Id="Rc3f65da5a3ea433a" /><Relationship Type="http://schemas.openxmlformats.org/officeDocument/2006/relationships/slideLayout" Target="/ppt/slideLayouts/slideLayout61.xml" Id="R574bbf7bb3a54d51" /><Relationship Type="http://schemas.openxmlformats.org/officeDocument/2006/relationships/slideLayout" Target="/ppt/slideLayouts/slideLayout62.xml" Id="R1c3ff0f0cf044890" /><Relationship Type="http://schemas.openxmlformats.org/officeDocument/2006/relationships/slideLayout" Target="/ppt/slideLayouts/slideLayout63.xml" Id="R53e0ce4bff2d47bc" /><Relationship Type="http://schemas.openxmlformats.org/officeDocument/2006/relationships/slideLayout" Target="/ppt/slideLayouts/slideLayout64.xml" Id="R619e4d27afdf480a"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00">
                <a:solidFill>
                  <a:srgbClr val="8B8580"/>
                </a:solidFill>
              </a:defRPr>
            </a:lvl1pPr>
          </a:lstStyle>
          <a:p xmlns:a="http://schemas.openxmlformats.org/drawingml/2006/main"/>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900">
                <a:solidFill>
                  <a:srgbClr val="8B8580"/>
                </a:solidFill>
              </a:defRPr>
            </a:lvl1pPr>
          </a:lstStyle>
          <a:p xmlns:a="http://schemas.openxmlformats.org/drawingml/2006/main"/>
        </p:txBody>
      </p:sp>
      <p:sp>
        <p:nvSpPr>
          <p:cNvPr id="20" name="Date">
            <a:extLst xmlns:a="http://schemas.openxmlformats.org/drawingml/2006/main">
              <a:ext uri="{FF2B5EF4-FFF2-40B4-BE49-F238E27FC236}">
                <a16:creationId xmlns:a16="http://schemas.microsoft.com/office/drawing/2014/main" id="{65BA88F5-EF53-415B-8446-19188BE675D3}"/>
              </a:ext>
            </a:extLst>
          </p:cNvPr>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900">
                <a:solidFill>
                  <a:srgbClr val="8B8580"/>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8" r:id="R1c18600a5bac47c2"/>
    <p:sldLayoutId xmlns:r="http://schemas.openxmlformats.org/officeDocument/2006/relationships" id="2147483649" r:id="R1fca4c79457941ab"/>
    <p:sldLayoutId xmlns:r="http://schemas.openxmlformats.org/officeDocument/2006/relationships" id="2147483650" r:id="Rf720b29ba996417f"/>
    <p:sldLayoutId xmlns:r="http://schemas.openxmlformats.org/officeDocument/2006/relationships" id="2147483651" r:id="Rd909f74051da48c9"/>
    <p:sldLayoutId xmlns:r="http://schemas.openxmlformats.org/officeDocument/2006/relationships" id="2147483652" r:id="R0808c963bb4b4f5f"/>
    <p:sldLayoutId xmlns:r="http://schemas.openxmlformats.org/officeDocument/2006/relationships" id="2147483653" r:id="R05bb338ebcc04602"/>
    <p:sldLayoutId xmlns:r="http://schemas.openxmlformats.org/officeDocument/2006/relationships" id="2147483654" r:id="R81c0ddd3ed814935"/>
    <p:sldLayoutId xmlns:r="http://schemas.openxmlformats.org/officeDocument/2006/relationships" id="2147483655" r:id="R970ae5f62d074c5e"/>
    <p:sldLayoutId xmlns:r="http://schemas.openxmlformats.org/officeDocument/2006/relationships" id="2147483656" r:id="Rc5ac9e3e876e4c46"/>
    <p:sldLayoutId xmlns:r="http://schemas.openxmlformats.org/officeDocument/2006/relationships" id="2147483657" r:id="R9a94d390c33a4f74"/>
    <p:sldLayoutId xmlns:r="http://schemas.openxmlformats.org/officeDocument/2006/relationships" id="2147483658" r:id="Re01d63d9dd97464c"/>
    <p:sldLayoutId xmlns:r="http://schemas.openxmlformats.org/officeDocument/2006/relationships" id="2147483659" r:id="R7394e37ca76f452c"/>
    <p:sldLayoutId xmlns:r="http://schemas.openxmlformats.org/officeDocument/2006/relationships" id="2147483660" r:id="R0e828363906143fc"/>
    <p:sldLayoutId xmlns:r="http://schemas.openxmlformats.org/officeDocument/2006/relationships" id="2147483661" r:id="R79019e5caad7475a"/>
    <p:sldLayoutId xmlns:r="http://schemas.openxmlformats.org/officeDocument/2006/relationships" id="2147483662" r:id="R89755e272b124a99"/>
    <p:sldLayoutId xmlns:r="http://schemas.openxmlformats.org/officeDocument/2006/relationships" id="2147483663" r:id="Rcb17536e16d04437"/>
    <p:sldLayoutId xmlns:r="http://schemas.openxmlformats.org/officeDocument/2006/relationships" id="2147483664" r:id="R8462d8e3846741ee"/>
    <p:sldLayoutId xmlns:r="http://schemas.openxmlformats.org/officeDocument/2006/relationships" id="2147483665" r:id="Rd45181f155df4f5f"/>
    <p:sldLayoutId xmlns:r="http://schemas.openxmlformats.org/officeDocument/2006/relationships" id="2147483666" r:id="R77035c9ece08477e"/>
    <p:sldLayoutId xmlns:r="http://schemas.openxmlformats.org/officeDocument/2006/relationships" id="2147483667" r:id="R0f0ee6dabbf74afb"/>
    <p:sldLayoutId xmlns:r="http://schemas.openxmlformats.org/officeDocument/2006/relationships" id="2147483668" r:id="Rcb48079bc6724857"/>
    <p:sldLayoutId xmlns:r="http://schemas.openxmlformats.org/officeDocument/2006/relationships" id="2147483669" r:id="R014aa22987fe4c90"/>
    <p:sldLayoutId xmlns:r="http://schemas.openxmlformats.org/officeDocument/2006/relationships" id="2147483670" r:id="Rbc91c02a18084c72"/>
    <p:sldLayoutId xmlns:r="http://schemas.openxmlformats.org/officeDocument/2006/relationships" id="2147483671" r:id="Raf42fdf4974c4e22"/>
    <p:sldLayoutId xmlns:r="http://schemas.openxmlformats.org/officeDocument/2006/relationships" id="2147483672" r:id="Rafe0eaab39924cd3"/>
    <p:sldLayoutId xmlns:r="http://schemas.openxmlformats.org/officeDocument/2006/relationships" id="2147483673" r:id="R60a6074a2bec49b5"/>
    <p:sldLayoutId xmlns:r="http://schemas.openxmlformats.org/officeDocument/2006/relationships" id="2147483674" r:id="R3a082ef75190452d"/>
    <p:sldLayoutId xmlns:r="http://schemas.openxmlformats.org/officeDocument/2006/relationships" id="2147483675" r:id="Rcb98dd85eb2b4414"/>
    <p:sldLayoutId xmlns:r="http://schemas.openxmlformats.org/officeDocument/2006/relationships" id="2147483676" r:id="R8f4ec0124ceb44ec"/>
    <p:sldLayoutId xmlns:r="http://schemas.openxmlformats.org/officeDocument/2006/relationships" id="2147483677" r:id="R69010035bf5e49f4"/>
    <p:sldLayoutId xmlns:r="http://schemas.openxmlformats.org/officeDocument/2006/relationships" id="2147483678" r:id="R26ccfe5896f0401a"/>
    <p:sldLayoutId xmlns:r="http://schemas.openxmlformats.org/officeDocument/2006/relationships" id="2147483679" r:id="R7eb0af58cc574a44"/>
    <p:sldLayoutId xmlns:r="http://schemas.openxmlformats.org/officeDocument/2006/relationships" id="2147483680" r:id="R99946a03eb074579"/>
    <p:sldLayoutId xmlns:r="http://schemas.openxmlformats.org/officeDocument/2006/relationships" id="2147483681" r:id="R34d178de98674422"/>
    <p:sldLayoutId xmlns:r="http://schemas.openxmlformats.org/officeDocument/2006/relationships" id="2147483682" r:id="R3653f02bc2f449eb"/>
    <p:sldLayoutId xmlns:r="http://schemas.openxmlformats.org/officeDocument/2006/relationships" id="2147483683" r:id="Rffc4aef732874a26"/>
    <p:sldLayoutId xmlns:r="http://schemas.openxmlformats.org/officeDocument/2006/relationships" id="2147483684" r:id="R80746bff83244663"/>
    <p:sldLayoutId xmlns:r="http://schemas.openxmlformats.org/officeDocument/2006/relationships" id="2147483685" r:id="Rbba628d13f4f462a"/>
    <p:sldLayoutId xmlns:r="http://schemas.openxmlformats.org/officeDocument/2006/relationships" id="2147483686" r:id="R62866860f07348a3"/>
    <p:sldLayoutId xmlns:r="http://schemas.openxmlformats.org/officeDocument/2006/relationships" id="2147483687" r:id="Re812157ab44b4ce1"/>
    <p:sldLayoutId xmlns:r="http://schemas.openxmlformats.org/officeDocument/2006/relationships" id="2147483688" r:id="R080f7652ad494f83"/>
    <p:sldLayoutId xmlns:r="http://schemas.openxmlformats.org/officeDocument/2006/relationships" id="2147483689" r:id="Rb7c13aae50cd4da6"/>
    <p:sldLayoutId xmlns:r="http://schemas.openxmlformats.org/officeDocument/2006/relationships" id="2147483690" r:id="R42b0f201484d4226"/>
    <p:sldLayoutId xmlns:r="http://schemas.openxmlformats.org/officeDocument/2006/relationships" id="2147483691" r:id="R27cba73470f44ee2"/>
    <p:sldLayoutId xmlns:r="http://schemas.openxmlformats.org/officeDocument/2006/relationships" id="2147483692" r:id="Rc033df3bcbd942d7"/>
    <p:sldLayoutId xmlns:r="http://schemas.openxmlformats.org/officeDocument/2006/relationships" id="2147483693" r:id="Rac9b7804cd1d4f4f"/>
    <p:sldLayoutId xmlns:r="http://schemas.openxmlformats.org/officeDocument/2006/relationships" id="2147483694" r:id="R536d3dd141fd47eb"/>
    <p:sldLayoutId xmlns:r="http://schemas.openxmlformats.org/officeDocument/2006/relationships" id="2147483695" r:id="Rdde1e35447074758"/>
    <p:sldLayoutId xmlns:r="http://schemas.openxmlformats.org/officeDocument/2006/relationships" id="2147483696" r:id="R709481e9ca1d42ca"/>
    <p:sldLayoutId xmlns:r="http://schemas.openxmlformats.org/officeDocument/2006/relationships" id="2147483697" r:id="R2a107511d8a84b05"/>
    <p:sldLayoutId xmlns:r="http://schemas.openxmlformats.org/officeDocument/2006/relationships" id="2147483698" r:id="R298378ff29f14f94"/>
    <p:sldLayoutId xmlns:r="http://schemas.openxmlformats.org/officeDocument/2006/relationships" id="2147483699" r:id="R449c9b086d8c47b7"/>
    <p:sldLayoutId xmlns:r="http://schemas.openxmlformats.org/officeDocument/2006/relationships" id="2147483700" r:id="Rc55b1af04b724278"/>
    <p:sldLayoutId xmlns:r="http://schemas.openxmlformats.org/officeDocument/2006/relationships" id="2147483701" r:id="Rc91917d4b8864598"/>
    <p:sldLayoutId xmlns:r="http://schemas.openxmlformats.org/officeDocument/2006/relationships" id="2147483702" r:id="R32d4947ded894c04"/>
    <p:sldLayoutId xmlns:r="http://schemas.openxmlformats.org/officeDocument/2006/relationships" id="2147483703" r:id="Ra7dbf2f6728847c5"/>
    <p:sldLayoutId xmlns:r="http://schemas.openxmlformats.org/officeDocument/2006/relationships" id="2147483704" r:id="R474f7413d2084f13"/>
    <p:sldLayoutId xmlns:r="http://schemas.openxmlformats.org/officeDocument/2006/relationships" id="2147483705" r:id="R5705cc682f46413a"/>
    <p:sldLayoutId xmlns:r="http://schemas.openxmlformats.org/officeDocument/2006/relationships" id="2147483706" r:id="Rcd26ff3147144c95"/>
    <p:sldLayoutId xmlns:r="http://schemas.openxmlformats.org/officeDocument/2006/relationships" id="2147483707" r:id="Rc3f65da5a3ea433a"/>
    <p:sldLayoutId xmlns:r="http://schemas.openxmlformats.org/officeDocument/2006/relationships" id="2147483708" r:id="R574bbf7bb3a54d51"/>
    <p:sldLayoutId xmlns:r="http://schemas.openxmlformats.org/officeDocument/2006/relationships" id="2147483709" r:id="R1c3ff0f0cf044890"/>
    <p:sldLayoutId xmlns:r="http://schemas.openxmlformats.org/officeDocument/2006/relationships" id="2147483710" r:id="R53e0ce4bff2d47bc"/>
    <p:sldLayoutId xmlns:r="http://schemas.openxmlformats.org/officeDocument/2006/relationships" id="2147483711" r:id="R619e4d27afdf480a"/>
  </p:sldLayoutIdLst>
  <p:txStyles>
    <p:titleStyle>
      <a:lvl1pPr xmlns:a="http://schemas.openxmlformats.org/drawingml/2006/main" algn="l">
        <a:lnSpc>
          <a:spcPct val="95000"/>
        </a:lnSpc>
        <a:spcBef>
          <a:spcPts val="0"/>
        </a:spcBef>
        <a:buNone/>
        <a:defRPr sz="2400" b="1" i="0">
          <a:solidFill>
            <a:schemeClr val="tx1"/>
          </a:solidFill>
          <a:latin typeface="+mn-lt"/>
          <a:ea typeface="+mn-lt"/>
          <a:cs typeface="+mn-lt"/>
        </a:defRPr>
      </a:lvl1pPr>
    </p:titleStyle>
    <p:bodyStyle>
      <a:lvl1pPr xmlns:a="http://schemas.openxmlformats.org/drawingml/2006/main" marL="0" indent="0" algn="l">
        <a:lnSpc>
          <a:spcPct val="95000"/>
        </a:lnSpc>
        <a:spcBef>
          <a:spcPts val="600"/>
        </a:spcBef>
        <a:spcAft>
          <a:spcPts val="0"/>
        </a:spcAft>
        <a:buNone/>
        <a:defRPr sz="1800" b="0" i="0">
          <a:solidFill>
            <a:schemeClr val="tx1"/>
          </a:solidFill>
          <a:latin typeface="+mn-lt"/>
          <a:ea typeface="+mn-lt"/>
          <a:cs typeface="+mn-lt"/>
        </a:defRPr>
      </a:lvl1pPr>
      <a:lvl2pPr xmlns:a="http://schemas.openxmlformats.org/drawingml/2006/main" marL="365760" indent="-182880" algn="l">
        <a:lnSpc>
          <a:spcPct val="95000"/>
        </a:lnSpc>
        <a:spcBef>
          <a:spcPts val="600"/>
        </a:spcBef>
        <a:spcAft>
          <a:spcPts val="0"/>
        </a:spcAft>
        <a:buChar char="•"/>
        <a:defRPr sz="1800" b="0" i="0">
          <a:solidFill>
            <a:schemeClr val="tx1"/>
          </a:solidFill>
          <a:latin typeface="+mn-lt"/>
          <a:ea typeface="+mn-lt"/>
          <a:cs typeface="+mn-lt"/>
        </a:defRPr>
      </a:lvl2pPr>
      <a:lvl3pPr xmlns:a="http://schemas.openxmlformats.org/drawingml/2006/main" marL="547688" indent="-182563" algn="l">
        <a:lnSpc>
          <a:spcPct val="95000"/>
        </a:lnSpc>
        <a:spcBef>
          <a:spcPts val="400"/>
        </a:spcBef>
        <a:spcAft>
          <a:spcPts val="0"/>
        </a:spcAft>
        <a:buChar char="•"/>
        <a:defRPr sz="1600">
          <a:solidFill>
            <a:schemeClr val="tx1"/>
          </a:solidFill>
          <a:latin typeface="Oracle Sans Tab Light"/>
          <a:ea typeface="Oracle Sans Tab Light"/>
          <a:cs typeface="Oracle Sans Tab Light"/>
        </a:defRPr>
      </a:lvl3pPr>
      <a:lvl4pPr xmlns:a="http://schemas.openxmlformats.org/drawingml/2006/main" marL="730250" indent="-182563" algn="l">
        <a:lnSpc>
          <a:spcPct val="95000"/>
        </a:lnSpc>
        <a:spcBef>
          <a:spcPts val="400"/>
        </a:spcBef>
        <a:spcAft>
          <a:spcPts val="0"/>
        </a:spcAft>
        <a:buChar char="•"/>
        <a:defRPr sz="1400">
          <a:solidFill>
            <a:schemeClr val="tx1"/>
          </a:solidFill>
          <a:latin typeface="Oracle Sans Tab Light"/>
          <a:ea typeface="Oracle Sans Tab Light"/>
          <a:cs typeface="Oracle Sans Tab Light"/>
        </a:defRPr>
      </a:lvl4pPr>
      <a:lvl5pPr xmlns:a="http://schemas.openxmlformats.org/drawingml/2006/main" marL="914400" indent="-182880" algn="l">
        <a:lnSpc>
          <a:spcPct val="95000"/>
        </a:lnSpc>
        <a:spcBef>
          <a:spcPts val="400"/>
        </a:spcBef>
        <a:spcAft>
          <a:spcPts val="0"/>
        </a:spcAft>
        <a:buChar char="•"/>
        <a:defRPr sz="1200">
          <a:solidFill>
            <a:schemeClr val="tx1"/>
          </a:solidFill>
          <a:latin typeface="Oracle Sans Tab Light"/>
          <a:ea typeface="Oracle Sans Tab Light"/>
          <a:cs typeface="Oracle Sans Tab Light"/>
        </a:defRPr>
      </a:lvl5pPr>
      <a:lvl6pPr xmlns:a="http://schemas.openxmlformats.org/drawingml/2006/main" marL="1097280" indent="-182880" algn="l">
        <a:lnSpc>
          <a:spcPct val="95000"/>
        </a:lnSpc>
        <a:spcBef>
          <a:spcPts val="400"/>
        </a:spcBef>
        <a:spcAft>
          <a:spcPts val="0"/>
        </a:spcAft>
        <a:buChar char="•"/>
        <a:defRPr sz="1200" b="0" i="0">
          <a:solidFill>
            <a:schemeClr val="tx1"/>
          </a:solidFill>
          <a:latin typeface="Oracle Sans Light"/>
          <a:ea typeface="Oracle Sans Light"/>
          <a:cs typeface="Oracle Sans Light"/>
        </a:defRPr>
      </a:lvl6pPr>
      <a:lvl7pPr xmlns:a="http://schemas.openxmlformats.org/drawingml/2006/main" marL="1280160" indent="-182880" algn="l">
        <a:lnSpc>
          <a:spcPct val="95000"/>
        </a:lnSpc>
        <a:spcBef>
          <a:spcPts val="400"/>
        </a:spcBef>
        <a:spcAft>
          <a:spcPts val="0"/>
        </a:spcAft>
        <a:buChar char="•"/>
        <a:defRPr sz="1200" b="0" i="0">
          <a:solidFill>
            <a:schemeClr val="tx1"/>
          </a:solidFill>
          <a:latin typeface="Oracle Sans Light"/>
          <a:ea typeface="Oracle Sans Light"/>
          <a:cs typeface="Oracle Sans Ligh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47.xml" Id="R01ad33d17b9d4ef9" /><Relationship Type="http://schemas.openxmlformats.org/officeDocument/2006/relationships/notesSlide" Target="/ppt/notesSlides/notesSlide1.xml" Id="R1aed90b2f17f46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c6558a6bcde94553" /><Relationship Type="http://schemas.openxmlformats.org/officeDocument/2006/relationships/notesSlide" Target="/ppt/notesSlides/notesSlide2.xml" Id="R5660a42fe0b944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6.xml" Id="R3c78c6da5cab448d" /><Relationship Type="http://schemas.openxmlformats.org/officeDocument/2006/relationships/notesSlide" Target="/ppt/notesSlides/notesSlide3.xml" Id="R95ca84cb99754e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74638bc4db0b49eb" /><Relationship Type="http://schemas.openxmlformats.org/officeDocument/2006/relationships/image" Target="/ppt/media/image.png" Id="R5bad20b83831483f" /><Relationship Type="http://schemas.openxmlformats.org/officeDocument/2006/relationships/notesSlide" Target="/ppt/notesSlides/notesSlide4.xml" Id="R53023b4e045041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48.xml" Id="R7f1d90b216954efa" /><Relationship Type="http://schemas.openxmlformats.org/officeDocument/2006/relationships/notesSlide" Target="/ppt/notesSlides/notesSlide5.xml" Id="R6053166bcab84f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101510ef86624115" /><Relationship Type="http://schemas.openxmlformats.org/officeDocument/2006/relationships/notesSlide" Target="/ppt/notesSlides/notesSlide6.xml" Id="R25ff24f2cabb43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de852f728b4c1c" /><Relationship Type="http://schemas.openxmlformats.org/officeDocument/2006/relationships/notesSlide" Target="/ppt/notesSlides/notesSlide7.xml" Id="R9bba0783762f44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73453B-EFD8-5FC7-03F7-1F4496657E65}"/>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pPr>
              <a:lnSpc>
                <a:spcPct val="100000"/>
              </a:lnSpc>
              <a:buNone/>
            </a:pPr>
            <a:r>
              <a:t>Oracle Code Assist (OCA) Hackathon 2026</a:t>
            </a:r>
            <a:br/>
            <a:r>
              <a:rPr sz="2000" b="1"/>
              <a:t>Oracle CSS Innovation Studios</a:t>
            </a:r>
            <a:br/>
          </a:p>
        </p:txBody>
      </p:sp>
      <p:sp>
        <p:nvSpPr>
          <p:cNvPr id="3" name="Text Placeholder 2">
            <a:extLst xmlns:a="http://schemas.openxmlformats.org/drawingml/2006/main">
              <a:ext uri="{FF2B5EF4-FFF2-40B4-BE49-F238E27FC236}">
                <a16:creationId xmlns:a16="http://schemas.microsoft.com/office/drawing/2014/main" id="{BC9741E0-095C-971C-BEC9-2C522F0E1F06}"/>
              </a:ext>
            </a:extLst>
          </p:cNvPr>
          <p:cNvSpPr>
            <a:spLocks xmlns:a="http://schemas.openxmlformats.org/drawingml/2006/main" noGrp="1"/>
          </p:cNvSpPr>
          <p:nvPr>
            <p:ph type="body" idx="33"/>
          </p:nvPr>
        </p:nvSpPr>
        <p:spPr/>
        <p:txBody>
          <a:bodyPr xmlns:a="http://schemas.openxmlformats.org/drawingml/2006/main"/>
          <a:lstStyle xmlns:a="http://schemas.openxmlformats.org/drawingml/2006/main"/>
          <a:p xmlns:a="http://schemas.openxmlformats.org/drawingml/2006/main">
            <a:r>
              <a:t>Oracle Developer Twin</a:t>
            </a:r>
          </a:p>
        </p:txBody>
      </p:sp>
      <p:sp>
        <p:nvSpPr>
          <p:cNvPr id="4" name="Text Placeholder 3">
            <a:extLst xmlns:a="http://schemas.openxmlformats.org/drawingml/2006/main">
              <a:ext uri="{FF2B5EF4-FFF2-40B4-BE49-F238E27FC236}">
                <a16:creationId xmlns:a16="http://schemas.microsoft.com/office/drawing/2014/main" id="{187DE8AA-FF01-4C66-0848-8E6BE2545B45}"/>
              </a:ext>
            </a:extLst>
          </p:cNvPr>
          <p:cNvSpPr>
            <a:spLocks xmlns:a="http://schemas.openxmlformats.org/drawingml/2006/main" noGrp="1"/>
          </p:cNvSpPr>
          <p:nvPr>
            <p:ph type="body" idx="35"/>
          </p:nvPr>
        </p:nvSpPr>
        <p:spPr/>
        <p:txBody>
          <a:bodyPr xmlns:a="http://schemas.openxmlformats.org/drawingml/2006/main"/>
          <a:lstStyle xmlns:a="http://schemas.openxmlformats.org/drawingml/2006/main"/>
          <a:p xmlns:a="http://schemas.openxmlformats.org/drawingml/2006/main">
            <a:r>
              <a:t>Individual Submission</a:t>
            </a:r>
          </a:p>
          <a:p xmlns:a="http://schemas.openxmlformats.org/drawingml/2006/main"/>
        </p:txBody>
      </p:sp>
      <p:sp>
        <p:nvSpPr>
          <p:cNvPr id="5" name="Text Placeholder 4">
            <a:extLst xmlns:a="http://schemas.openxmlformats.org/drawingml/2006/main">
              <a:ext uri="{FF2B5EF4-FFF2-40B4-BE49-F238E27FC236}">
                <a16:creationId xmlns:a16="http://schemas.microsoft.com/office/drawing/2014/main" id="{F631E3D4-4D3A-F4EE-8086-666E7370E285}"/>
              </a:ext>
            </a:extLst>
          </p:cNvPr>
          <p:cNvSpPr>
            <a:spLocks xmlns:a="http://schemas.openxmlformats.org/drawingml/2006/main" noGrp="1"/>
          </p:cNvSpPr>
          <p:nvPr>
            <p:ph type="body" idx="34"/>
          </p:nvPr>
        </p:nvSpPr>
        <p:spPr/>
        <p:txBody>
          <a:bodyPr xmlns:a="http://schemas.openxmlformats.org/drawingml/2006/main"/>
          <a:lstStyle xmlns:a="http://schemas.openxmlformats.org/drawingml/2006/main"/>
          <a:p xmlns:a="http://schemas.openxmlformats.org/drawingml/2006/main">
            <a:r>
              <a:t>Vijay N.</a:t>
            </a:r>
          </a:p>
          <a:p xmlns:a="http://schemas.openxmlformats.org/drawingml/2006/main"/>
        </p:txBody>
      </p:sp>
      <p:sp>
        <p:nvSpPr>
          <p:cNvPr id="7" name="TextBox 6">
            <a:extLst xmlns:a="http://schemas.openxmlformats.org/drawingml/2006/main">
              <a:ext uri="{FF2B5EF4-FFF2-40B4-BE49-F238E27FC236}">
                <a16:creationId xmlns:a16="http://schemas.microsoft.com/office/drawing/2014/main" id="{FE0BF67F-F48F-2F13-71BB-1602C5DE94DA}"/>
              </a:ext>
            </a:extLst>
          </p:cNvPr>
          <p:cNvSpPr>
            <a:spLocks xmlns:a="http://schemas.openxmlformats.org/drawingml/2006/main" noGrp="1"/>
          </p:cNvSpPr>
          <p:nvPr/>
        </p:nvSpPr>
        <p:spPr>
          <a:xfrm xmlns:a="http://schemas.openxmlformats.org/drawingml/2006/main">
            <a:off x="9622972" y="174563"/>
            <a:ext cx="267788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t>Governed Digital Worker for Software Delivery</a:t>
            </a:r>
          </a:p>
        </p:txBody>
      </p:sp>
      <p:sp>
        <p:nvSpPr>
          <p:cNvPr id="10" name="Text Placeholder 3">
            <a:extLst xmlns:a="http://schemas.openxmlformats.org/drawingml/2006/main">
              <a:ext uri="{FF2B5EF4-FFF2-40B4-BE49-F238E27FC236}">
                <a16:creationId xmlns:a16="http://schemas.microsoft.com/office/drawing/2014/main" id="{14AB37BF-F6D4-C5FF-0EBC-E71D1A476985}"/>
              </a:ext>
            </a:extLst>
          </p:cNvPr>
          <p:cNvSpPr>
            <a:spLocks xmlns:a="http://schemas.openxmlformats.org/drawingml/2006/main" noGrp="1"/>
          </p:cNvSpPr>
          <p:nvPr/>
        </p:nvSpPr>
        <p:spPr>
          <a:xfrm xmlns:a="http://schemas.openxmlformats.org/drawingml/2006/main">
            <a:off x="1018030" y="3932102"/>
            <a:ext cx="3755569" cy="266291"/>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lvl1pPr marL="0" indent="0" algn="l">
              <a:lnSpc>
                <a:spcPct val="95000"/>
              </a:lnSpc>
              <a:spcBef>
                <a:spcPts val="600"/>
              </a:spcBef>
              <a:spcAft>
                <a:spcPts val="0"/>
              </a:spcAft>
              <a:buNone/>
              <a:defRPr sz="1800" b="1" i="0">
                <a:solidFill>
                  <a:schemeClr val="tx1"/>
                </a:solidFill>
                <a:latin typeface="+mn-lt"/>
                <a:ea typeface="+mn-lt"/>
                <a:cs typeface="+mn-lt"/>
              </a:defRPr>
            </a:lvl1pPr>
            <a:lvl2pPr marL="365760" indent="-182880" algn="l">
              <a:lnSpc>
                <a:spcPct val="95000"/>
              </a:lnSpc>
              <a:spcBef>
                <a:spcPts val="600"/>
              </a:spcBef>
              <a:spcAft>
                <a:spcPts val="0"/>
              </a:spcAft>
              <a:buChar char="•"/>
              <a:defRPr sz="1800" b="0" i="0">
                <a:solidFill>
                  <a:schemeClr val="tx1"/>
                </a:solidFill>
                <a:latin typeface="+mn-lt"/>
                <a:ea typeface="+mn-lt"/>
                <a:cs typeface="+mn-lt"/>
              </a:defRPr>
            </a:lvl2pPr>
            <a:lvl3pPr marL="547688" indent="-182563" algn="l">
              <a:lnSpc>
                <a:spcPct val="95000"/>
              </a:lnSpc>
              <a:spcBef>
                <a:spcPts val="400"/>
              </a:spcBef>
              <a:spcAft>
                <a:spcPts val="0"/>
              </a:spcAft>
              <a:buChar char="•"/>
              <a:defRPr sz="1600">
                <a:solidFill>
                  <a:schemeClr val="tx1"/>
                </a:solidFill>
                <a:latin typeface="Oracle Sans Tab Light"/>
                <a:ea typeface="Oracle Sans Tab Light"/>
                <a:cs typeface="Oracle Sans Tab Light"/>
              </a:defRPr>
            </a:lvl3pPr>
            <a:lvl4pPr marL="730250" indent="-182563" algn="l">
              <a:lnSpc>
                <a:spcPct val="95000"/>
              </a:lnSpc>
              <a:spcBef>
                <a:spcPts val="400"/>
              </a:spcBef>
              <a:spcAft>
                <a:spcPts val="0"/>
              </a:spcAft>
              <a:buChar char="•"/>
              <a:defRPr sz="1400">
                <a:solidFill>
                  <a:schemeClr val="tx1"/>
                </a:solidFill>
                <a:latin typeface="Oracle Sans Tab Light"/>
                <a:ea typeface="Oracle Sans Tab Light"/>
                <a:cs typeface="Oracle Sans Tab Light"/>
              </a:defRPr>
            </a:lvl4pPr>
            <a:lvl5pPr marL="914400" indent="-182880" algn="l">
              <a:lnSpc>
                <a:spcPct val="95000"/>
              </a:lnSpc>
              <a:spcBef>
                <a:spcPts val="400"/>
              </a:spcBef>
              <a:spcAft>
                <a:spcPts val="0"/>
              </a:spcAft>
              <a:buChar char="•"/>
              <a:defRPr sz="1200">
                <a:solidFill>
                  <a:schemeClr val="tx1"/>
                </a:solidFill>
                <a:latin typeface="Oracle Sans Tab Light"/>
                <a:ea typeface="Oracle Sans Tab Light"/>
                <a:cs typeface="Oracle Sans Tab Light"/>
              </a:defRPr>
            </a:lvl5pPr>
            <a:lvl6pPr marL="1097280" indent="-182880" algn="l">
              <a:lnSpc>
                <a:spcPct val="95000"/>
              </a:lnSpc>
              <a:spcBef>
                <a:spcPts val="400"/>
              </a:spcBef>
              <a:spcAft>
                <a:spcPts val="0"/>
              </a:spcAft>
              <a:buChar char="•"/>
              <a:defRPr sz="1200" b="0" i="0">
                <a:solidFill>
                  <a:schemeClr val="tx1"/>
                </a:solidFill>
                <a:latin typeface="Oracle Sans Light"/>
                <a:ea typeface="Oracle Sans Light"/>
                <a:cs typeface="Oracle Sans Light"/>
              </a:defRPr>
            </a:lvl6pPr>
            <a:lvl7pPr marL="1280160" indent="-182880" algn="l">
              <a:lnSpc>
                <a:spcPct val="95000"/>
              </a:lnSpc>
              <a:spcBef>
                <a:spcPts val="400"/>
              </a:spcBef>
              <a:spcAft>
                <a:spcPts val="0"/>
              </a:spcAft>
              <a:buChar char="•"/>
              <a:defRPr sz="1200" b="0" i="0">
                <a:solidFill>
                  <a:schemeClr val="tx1"/>
                </a:solidFill>
                <a:latin typeface="Oracle Sans Light"/>
                <a:ea typeface="Oracle Sans Light"/>
                <a:cs typeface="Oracle Sans Ligh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r>
              <a:rPr sz="1400" b="0">
                <a:solidFill>
                  <a:srgbClr val="AE562C"/>
                </a:solidFill>
              </a:rPr>
              <a:t>Submission Category: Digital Worker using OCA</a:t>
            </a:r>
          </a:p>
        </p:txBody>
      </p:sp>
    </p:spTree>
    <p:extLst>
      <p:ext uri="{BB962C8B-B14F-4D97-AF65-F5344CB8AC3E}">
        <p14:creationId xmlns:p14="http://schemas.microsoft.com/office/powerpoint/2010/main" val="276577332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2">
            <a:extLst xmlns:a="http://schemas.openxmlformats.org/drawingml/2006/main">
              <a:ext uri="{FF2B5EF4-FFF2-40B4-BE49-F238E27FC236}">
                <a16:creationId xmlns:a16="http://schemas.microsoft.com/office/drawing/2014/main" id="{6AB0048F-1B5A-6567-9824-36E5FAE5EC7D}"/>
              </a:ext>
            </a:extLst>
          </p:cNvPr>
          <p:cNvSpPr>
            <a:spLocks xmlns:a="http://schemas.openxmlformats.org/drawingml/2006/main" noGrp="1"/>
          </p:cNvSpPr>
          <p:nvPr>
            <p:ph type="body" idx="11"/>
          </p:nvPr>
        </p:nvSpPr>
        <p:spPr>
          <a:xfrm xmlns:a="http://schemas.openxmlformats.org/drawingml/2006/main">
            <a:off x="264472" y="1024235"/>
            <a:ext cx="11168576" cy="330540"/>
          </a:xfrm>
        </p:spPr>
        <p:txBody>
          <a:bodyPr xmlns:a="http://schemas.openxmlformats.org/drawingml/2006/main"/>
          <a:lstStyle xmlns:a="http://schemas.openxmlformats.org/drawingml/2006/main"/>
          <a:p xmlns:a="http://schemas.openxmlformats.org/drawingml/2006/main">
            <a:r>
              <a:rPr>
                <a:latin typeface="+mn-lt"/>
                <a:ea typeface="+mn-lt"/>
                <a:cs typeface="+mn-lt"/>
              </a:rPr>
              <a:t>Executive Brief</a:t>
            </a:r>
          </a:p>
        </p:txBody>
      </p:sp>
      <p:sp>
        <p:nvSpPr>
          <p:cNvPr id="7" name="Title 1">
            <a:extLst xmlns:a="http://schemas.openxmlformats.org/drawingml/2006/main">
              <a:ext uri="{FF2B5EF4-FFF2-40B4-BE49-F238E27FC236}">
                <a16:creationId xmlns:a16="http://schemas.microsoft.com/office/drawing/2014/main" id="{82C38EA8-9123-4F3C-15A0-29446CAC0196}"/>
              </a:ext>
            </a:extLst>
          </p:cNvPr>
          <p:cNvSpPr>
            <a:spLocks xmlns:a="http://schemas.openxmlformats.org/drawingml/2006/main" noGrp="1"/>
          </p:cNvSpPr>
          <p:nvPr>
            <p:ph type="title" idx="0"/>
          </p:nvPr>
        </p:nvSpPr>
        <p:spPr>
          <a:xfrm xmlns:a="http://schemas.openxmlformats.org/drawingml/2006/main">
            <a:off x="271347" y="182403"/>
            <a:ext cx="11168576" cy="822960"/>
          </a:xfrm>
        </p:spPr>
        <p:txBody>
          <a:bodyPr xmlns:a="http://schemas.openxmlformats.org/drawingml/2006/main"/>
          <a:lstStyle xmlns:a="http://schemas.openxmlformats.org/drawingml/2006/main"/>
          <a:p xmlns:a="http://schemas.openxmlformats.org/drawingml/2006/main">
            <a:r>
              <a:t>Oracle Developer Twin (ODT)</a:t>
            </a:r>
          </a:p>
        </p:txBody>
      </p:sp>
      <p:sp>
        <p:nvSpPr>
          <p:cNvPr id="8" name="Rectangle 7">
            <a:extLst xmlns:a="http://schemas.openxmlformats.org/drawingml/2006/main">
              <a:ext uri="{FF2B5EF4-FFF2-40B4-BE49-F238E27FC236}">
                <a16:creationId xmlns:a16="http://schemas.microsoft.com/office/drawing/2014/main" id="{EC12C7E3-8700-0761-6D88-982FB11AFF9A}"/>
              </a:ext>
            </a:extLst>
          </p:cNvPr>
          <p:cNvSpPr>
            <a:spLocks xmlns:a="http://schemas.openxmlformats.org/drawingml/2006/main" noGrp="1"/>
          </p:cNvSpPr>
          <p:nvPr/>
        </p:nvSpPr>
        <p:spPr>
          <a:xfrm xmlns:a="http://schemas.openxmlformats.org/drawingml/2006/main">
            <a:off x="271347" y="1692508"/>
            <a:ext cx="7444154" cy="2043722"/>
          </a:xfrm>
          <a:prstGeom xmlns:a="http://schemas.openxmlformats.org/drawingml/2006/main" prst="rect">
            <a:avLst/>
          </a:prstGeom>
          <a:solidFill xmlns:a="http://schemas.openxmlformats.org/drawingml/2006/main">
            <a:schemeClr val="bg1">
              <a:lumMod val="95000"/>
              <a:alpha val="40000"/>
            </a:schemeClr>
          </a:solidFill>
          <a:ln xmlns:a="http://schemas.openxmlformats.org/drawingml/2006/main" w="19050">
            <a:solidFill>
              <a:schemeClr val="bg1">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spcFirstLastPara="0" vert="horz" wrap="square" lIns="91440" tIns="45720" rIns="91440" bIns="45720" anchor="t">
            <a:noAutofit/>
          </a:bodyPr>
          <a:lstStyle xmlns:a="http://schemas.openxmlformats.org/drawingml/2006/main"/>
          <a:p xmlns:a="http://schemas.openxmlformats.org/drawingml/2006/main">
            <a:pPr>
              <a:lnSpc>
                <a:spcPct val="90000"/>
              </a:lnSpc>
              <a:buNone/>
            </a:pPr>
            <a:r>
              <a:rPr sz="1600" b="1">
                <a:solidFill>
                  <a:schemeClr val="tx1"/>
                </a:solidFill>
              </a:rPr>
              <a:t>Problem Statement:</a:t>
            </a:r>
          </a:p>
          <a:p xmlns:a="http://schemas.openxmlformats.org/drawingml/2006/main">
            <a:pPr marL="285750" indent="-285750">
              <a:lnSpc>
                <a:spcPct val="90000"/>
              </a:lnSpc>
              <a:buChar char="•"/>
            </a:pPr>
            <a:r>
              <a:rPr sz="1600">
                <a:solidFill>
                  <a:schemeClr val="tx1"/>
                </a:solidFill>
              </a:rPr>
              <a:t>A significant amount of delivery effort goes into turning a requirement into clear scope, impacted files, test direction, accessibility guidance, and reliable execution prompts before implementation begins.</a:t>
            </a:r>
          </a:p>
        </p:txBody>
      </p:sp>
      <p:sp>
        <p:nvSpPr>
          <p:cNvPr id="9" name="Rectangle 8">
            <a:extLst xmlns:a="http://schemas.openxmlformats.org/drawingml/2006/main">
              <a:ext uri="{FF2B5EF4-FFF2-40B4-BE49-F238E27FC236}">
                <a16:creationId xmlns:a16="http://schemas.microsoft.com/office/drawing/2014/main" id="{2261FFC2-D1D7-EEE4-5BB5-D42E6D3FDF3B}"/>
              </a:ext>
            </a:extLst>
          </p:cNvPr>
          <p:cNvSpPr>
            <a:spLocks xmlns:a="http://schemas.openxmlformats.org/drawingml/2006/main" noGrp="1"/>
          </p:cNvSpPr>
          <p:nvPr/>
        </p:nvSpPr>
        <p:spPr>
          <a:xfrm xmlns:a="http://schemas.openxmlformats.org/drawingml/2006/main">
            <a:off x="271347" y="3901712"/>
            <a:ext cx="7444154" cy="2323214"/>
          </a:xfrm>
          <a:prstGeom xmlns:a="http://schemas.openxmlformats.org/drawingml/2006/main" prst="rect">
            <a:avLst/>
          </a:prstGeom>
          <a:solidFill xmlns:a="http://schemas.openxmlformats.org/drawingml/2006/main">
            <a:schemeClr val="bg1">
              <a:lumMod val="95000"/>
              <a:alpha val="40000"/>
            </a:schemeClr>
          </a:solidFill>
          <a:ln xmlns:a="http://schemas.openxmlformats.org/drawingml/2006/main" w="19050">
            <a:solidFill>
              <a:schemeClr val="bg1">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spcFirstLastPara="0" vert="horz" wrap="square" lIns="91440" tIns="45720" rIns="91440" bIns="45720" anchor="t">
            <a:noAutofit/>
          </a:bodyPr>
          <a:lstStyle xmlns:a="http://schemas.openxmlformats.org/drawingml/2006/main"/>
          <a:p xmlns:a="http://schemas.openxmlformats.org/drawingml/2006/main">
            <a:pPr>
              <a:lnSpc>
                <a:spcPct val="90000"/>
              </a:lnSpc>
              <a:buNone/>
            </a:pPr>
            <a:r>
              <a:rPr sz="1600" b="1">
                <a:solidFill>
                  <a:schemeClr val="tx1"/>
                </a:solidFill>
              </a:rPr>
              <a:t>Solution – Digital Worker:</a:t>
            </a:r>
          </a:p>
          <a:p xmlns:a="http://schemas.openxmlformats.org/drawingml/2006/main">
            <a:pPr marL="285750" indent="-285750">
              <a:lnSpc>
                <a:spcPct val="90000"/>
              </a:lnSpc>
              <a:buChar char="•"/>
            </a:pPr>
            <a:r>
              <a:rPr sz="1600">
                <a:solidFill>
                  <a:schemeClr val="tx1"/>
                </a:solidFill>
              </a:rPr>
              <a:t>ODT turns one work item into a seven-stage, repo-aware, review-ready workflow with prompt hardening, hybrid Oracle Gen AI prompting, durable artifacts, and governed delegation to an OCA-backed execution session.</a:t>
            </a:r>
          </a:p>
        </p:txBody>
      </p:sp>
      <p:sp>
        <p:nvSpPr>
          <p:cNvPr id="10" name="Rectangle 9">
            <a:extLst xmlns:a="http://schemas.openxmlformats.org/drawingml/2006/main">
              <a:ext uri="{FF2B5EF4-FFF2-40B4-BE49-F238E27FC236}">
                <a16:creationId xmlns:a16="http://schemas.microsoft.com/office/drawing/2014/main" id="{E06FAF0C-F4F0-C4B0-8F2C-E4B185FB919A}"/>
              </a:ext>
            </a:extLst>
          </p:cNvPr>
          <p:cNvSpPr>
            <a:spLocks xmlns:a="http://schemas.openxmlformats.org/drawingml/2006/main" noGrp="1"/>
          </p:cNvSpPr>
          <p:nvPr/>
        </p:nvSpPr>
        <p:spPr>
          <a:xfrm xmlns:a="http://schemas.openxmlformats.org/drawingml/2006/main">
            <a:off x="7840546" y="3901712"/>
            <a:ext cx="3515114" cy="2323214"/>
          </a:xfrm>
          <a:prstGeom xmlns:a="http://schemas.openxmlformats.org/drawingml/2006/main" prst="rect">
            <a:avLst/>
          </a:prstGeom>
          <a:solidFill xmlns:a="http://schemas.openxmlformats.org/drawingml/2006/main">
            <a:schemeClr val="bg1">
              <a:lumMod val="95000"/>
              <a:alpha val="40000"/>
            </a:schemeClr>
          </a:solidFill>
          <a:ln xmlns:a="http://schemas.openxmlformats.org/drawingml/2006/main" w="19050">
            <a:solidFill>
              <a:schemeClr val="bg1">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spcFirstLastPara="0" vert="horz" wrap="square" lIns="91440" tIns="45720" rIns="91440" bIns="45720" anchor="t">
            <a:noAutofit/>
          </a:bodyPr>
          <a:lstStyle xmlns:a="http://schemas.openxmlformats.org/drawingml/2006/main"/>
          <a:p xmlns:a="http://schemas.openxmlformats.org/drawingml/2006/main">
            <a:pPr>
              <a:lnSpc>
                <a:spcPct val="90000"/>
              </a:lnSpc>
              <a:buNone/>
            </a:pPr>
            <a:r>
              <a:rPr sz="1600" b="1">
                <a:solidFill>
                  <a:schemeClr val="tx1"/>
                </a:solidFill>
              </a:rPr>
              <a:t>Expected Outcomes or Improvements</a:t>
            </a:r>
          </a:p>
          <a:p xmlns:a="http://schemas.openxmlformats.org/drawingml/2006/main">
            <a:pPr marL="285750" indent="-285750">
              <a:lnSpc>
                <a:spcPct val="90000"/>
              </a:lnSpc>
              <a:buChar char="•"/>
            </a:pPr>
            <a:r>
              <a:rPr sz="1600">
                <a:solidFill>
                  <a:schemeClr val="tx1"/>
                </a:solidFill>
              </a:rPr>
              <a:t>Impact: developers stay closer to the requirement, review becomes more consistent, accessibility is surfaced earlier, and execution handoff becomes clearer.</a:t>
            </a:r>
          </a:p>
          <a:p xmlns:a="http://schemas.openxmlformats.org/drawingml/2006/main">
            <a:pPr marL="285750" indent="-285750">
              <a:lnSpc>
                <a:spcPct val="90000"/>
              </a:lnSpc>
              <a:buChar char="•"/>
            </a:pPr>
            <a:r>
              <a:rPr sz="1600">
                <a:solidFill>
                  <a:schemeClr val="tx1"/>
                </a:solidFill>
              </a:rPr>
              <a:t>Measurable KPIs: planning prep time reduced, review-ready artifact coverage increased, a11y issues found earlier, and less repetitive support work around delivery.</a:t>
            </a:r>
          </a:p>
          <a:p xmlns:a="http://schemas.openxmlformats.org/drawingml/2006/main">
            <a:pPr>
              <a:lnSpc>
                <a:spcPct val="90000"/>
              </a:lnSpc>
              <a:buNone/>
            </a:pPr>
          </a:p>
        </p:txBody>
      </p:sp>
      <p:sp>
        <p:nvSpPr>
          <p:cNvPr id="11" name="Rectangle 10">
            <a:extLst xmlns:a="http://schemas.openxmlformats.org/drawingml/2006/main">
              <a:ext uri="{FF2B5EF4-FFF2-40B4-BE49-F238E27FC236}">
                <a16:creationId xmlns:a16="http://schemas.microsoft.com/office/drawing/2014/main" id="{42D9BF8A-826F-B2CA-6452-84C67A642710}"/>
              </a:ext>
            </a:extLst>
          </p:cNvPr>
          <p:cNvSpPr>
            <a:spLocks xmlns:a="http://schemas.openxmlformats.org/drawingml/2006/main" noGrp="1"/>
          </p:cNvSpPr>
          <p:nvPr/>
        </p:nvSpPr>
        <p:spPr>
          <a:xfrm xmlns:a="http://schemas.openxmlformats.org/drawingml/2006/main">
            <a:off x="7840546" y="1689267"/>
            <a:ext cx="3515114" cy="2046963"/>
          </a:xfrm>
          <a:prstGeom xmlns:a="http://schemas.openxmlformats.org/drawingml/2006/main" prst="rect">
            <a:avLst/>
          </a:prstGeom>
          <a:solidFill xmlns:a="http://schemas.openxmlformats.org/drawingml/2006/main">
            <a:schemeClr val="bg1">
              <a:lumMod val="95000"/>
              <a:alpha val="40000"/>
            </a:schemeClr>
          </a:solidFill>
          <a:ln xmlns:a="http://schemas.openxmlformats.org/drawingml/2006/main" w="19050">
            <a:solidFill>
              <a:schemeClr val="bg1">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spcFirstLastPara="0" vert="horz" wrap="square" lIns="91440" tIns="45720" rIns="91440" bIns="45720" anchor="t">
            <a:noAutofit/>
          </a:bodyPr>
          <a:lstStyle xmlns:a="http://schemas.openxmlformats.org/drawingml/2006/main"/>
          <a:p xmlns:a="http://schemas.openxmlformats.org/drawingml/2006/main">
            <a:pPr>
              <a:lnSpc>
                <a:spcPct val="90000"/>
              </a:lnSpc>
              <a:buNone/>
            </a:pPr>
            <a:r>
              <a:rPr sz="1600" b="1">
                <a:solidFill>
                  <a:schemeClr val="tx1"/>
                </a:solidFill>
              </a:rPr>
              <a:t>Who benefits most?</a:t>
            </a:r>
          </a:p>
          <a:p xmlns:a="http://schemas.openxmlformats.org/drawingml/2006/main">
            <a:pPr marL="285750" indent="-285750">
              <a:lnSpc>
                <a:spcPct val="90000"/>
              </a:lnSpc>
              <a:buChar char="•"/>
            </a:pPr>
            <a:r>
              <a:rPr sz="1600">
                <a:solidFill>
                  <a:schemeClr val="tx1"/>
                </a:solidFill>
              </a:rPr>
              <a:t>Frontend developers, reviewers, tech leads, delivery managers, and teams working across large repositories with governance expectations.</a:t>
            </a:r>
          </a:p>
        </p:txBody>
      </p:sp>
    </p:spTree>
    <p:extLst>
      <p:ext uri="{BB962C8B-B14F-4D97-AF65-F5344CB8AC3E}">
        <p14:creationId xmlns:p14="http://schemas.microsoft.com/office/powerpoint/2010/main" val="7193010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Text Placeholder 14">
            <a:extLst xmlns:a="http://schemas.openxmlformats.org/drawingml/2006/main">
              <a:ext uri="{FF2B5EF4-FFF2-40B4-BE49-F238E27FC236}">
                <a16:creationId xmlns:a16="http://schemas.microsoft.com/office/drawing/2014/main" id="{6FB4A373-EDC5-61C1-94FB-365E8BFD5874}"/>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r>
              <a:t>Executive Brief</a:t>
            </a:r>
          </a:p>
        </p:txBody>
      </p:sp>
      <p:sp>
        <p:nvSpPr>
          <p:cNvPr id="18" name="Content Placeholder 17">
            <a:extLst xmlns:a="http://schemas.openxmlformats.org/drawingml/2006/main">
              <a:ext uri="{FF2B5EF4-FFF2-40B4-BE49-F238E27FC236}">
                <a16:creationId xmlns:a16="http://schemas.microsoft.com/office/drawing/2014/main" id="{6AC839AE-FAD4-F026-C7AC-18F44F005A1D}"/>
              </a:ext>
            </a:extLst>
          </p:cNvPr>
          <p:cNvSpPr>
            <a:spLocks xmlns:a="http://schemas.openxmlformats.org/drawingml/2006/main" noGrp="1"/>
          </p:cNvSpPr>
          <p:nvPr>
            <p:ph idx="14"/>
          </p:nvPr>
        </p:nvSpPr>
        <p:spPr/>
        <p:txBody>
          <a:bodyPr xmlns:a="http://schemas.openxmlformats.org/drawingml/2006/main"/>
          <a:lstStyle xmlns:a="http://schemas.openxmlformats.org/drawingml/2006/main"/>
          <a:p xmlns:a="http://schemas.openxmlformats.org/drawingml/2006/main">
            <a:r>
              <a:rPr sz="1400"/>
              <a:t>What the Digital Worker does</a:t>
            </a:r>
          </a:p>
          <a:p xmlns:a="http://schemas.openxmlformats.org/drawingml/2006/main">
            <a:pPr marL="285750" indent="-285750">
              <a:buChar char="•"/>
            </a:pPr>
            <a:r>
              <a:rPr sz="1400"/>
              <a:t>A human-reviewed SDLC co-worker that keeps developers closer to the requirement from intake to governed implementation.</a:t>
            </a:r>
          </a:p>
          <a:p xmlns:a="http://schemas.openxmlformats.org/drawingml/2006/main">
            <a:pPr marL="285750" indent="-285750">
              <a:buChar char="•"/>
            </a:pPr>
            <a:r>
              <a:rPr sz="1400"/>
              <a:t>It assists with ticket intake, prompt hardening, repo impact analysis, hybrid prompt generation, code and test guidance, and execution handoff.</a:t>
            </a:r>
          </a:p>
          <a:p xmlns:a="http://schemas.openxmlformats.org/drawingml/2006/main">
            <a:pPr marL="285750" indent="-285750">
              <a:buChar char="•"/>
            </a:pPr>
            <a:r>
              <a:rPr sz="1400"/>
              <a:t>It improves the workflow between requirement -&gt; plan -&gt; review -&gt; delegate -&gt; approve.</a:t>
            </a:r>
          </a:p>
          <a:p xmlns:a="http://schemas.openxmlformats.org/drawingml/2006/main">
            <a:pPr marL="285750" indent="-285750">
              <a:buChar char="•"/>
            </a:pPr>
            <a:r>
              <a:rPr sz="1400"/>
              <a:t>Human review is included before re-analysis, before delegation, and before merge.</a:t>
            </a:r>
          </a:p>
          <a:p xmlns:a="http://schemas.openxmlformats.org/drawingml/2006/main"/>
        </p:txBody>
      </p:sp>
      <p:sp>
        <p:nvSpPr>
          <p:cNvPr id="19" name="Content Placeholder 18">
            <a:extLst xmlns:a="http://schemas.openxmlformats.org/drawingml/2006/main">
              <a:ext uri="{FF2B5EF4-FFF2-40B4-BE49-F238E27FC236}">
                <a16:creationId xmlns:a16="http://schemas.microsoft.com/office/drawing/2014/main" id="{94549D3C-5B76-F70B-A666-799C528EDD9A}"/>
              </a:ext>
            </a:extLst>
          </p:cNvPr>
          <p:cNvSpPr>
            <a:spLocks xmlns:a="http://schemas.openxmlformats.org/drawingml/2006/main" noGrp="1"/>
          </p:cNvSpPr>
          <p:nvPr>
            <p:ph idx="15"/>
          </p:nvPr>
        </p:nvSpPr>
        <p:spPr/>
        <p:txBody>
          <a:bodyPr xmlns:a="http://schemas.openxmlformats.org/drawingml/2006/main"/>
          <a:lstStyle xmlns:a="http://schemas.openxmlformats.org/drawingml/2006/main"/>
          <a:p xmlns:a="http://schemas.openxmlformats.org/drawingml/2006/main">
            <a:r>
              <a:rPr sz="1600"/>
              <a:t>Requirement intake -&gt; prompt hardening -&gt; repo impact -&gt; OCI GenAI or fallback prompts -&gt; code/tests/compliance guidance -&gt; human review -&gt; OCA delegation -&gt; repo diff approval</a:t>
            </a:r>
          </a:p>
        </p:txBody>
      </p:sp>
      <p:sp>
        <p:nvSpPr>
          <p:cNvPr id="9" name="Title 1">
            <a:extLst xmlns:a="http://schemas.openxmlformats.org/drawingml/2006/main">
              <a:ext uri="{FF2B5EF4-FFF2-40B4-BE49-F238E27FC236}">
                <a16:creationId xmlns:a16="http://schemas.microsoft.com/office/drawing/2014/main" id="{C41D67A4-630A-B09D-9EC1-BED58ACB58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Oracle Developer Twin</a:t>
            </a:r>
          </a:p>
        </p:txBody>
      </p:sp>
      <p:sp>
        <p:nvSpPr>
          <p:cNvPr id="23" name="Shape 10">
            <a:extLst xmlns:a="http://schemas.openxmlformats.org/drawingml/2006/main">
              <a:ext uri="{FF2B5EF4-FFF2-40B4-BE49-F238E27FC236}">
                <a16:creationId xmlns:a16="http://schemas.microsoft.com/office/drawing/2014/main" id="{F62B6B28-FF74-2ED9-CAE2-31D991FCC101}"/>
              </a:ext>
            </a:extLst>
          </p:cNvPr>
          <p:cNvSpPr>
            <a:spLocks xmlns:a="http://schemas.openxmlformats.org/drawingml/2006/main" noGrp="1"/>
          </p:cNvSpPr>
          <p:nvPr/>
        </p:nvSpPr>
        <p:spPr>
          <a:xfrm xmlns:a="http://schemas.openxmlformats.org/drawingml/2006/main">
            <a:off x="766762" y="3122022"/>
            <a:ext cx="5329237" cy="1442294"/>
          </a:xfrm>
          <a:prstGeom xmlns:a="http://schemas.openxmlformats.org/drawingml/2006/main" prst="roundRect">
            <a:avLst>
              <a:gd name="adj" fmla="val 4167"/>
            </a:avLst>
          </a:prstGeom>
          <a:solidFill xmlns:a="http://schemas.openxmlformats.org/drawingml/2006/main">
            <a:srgbClr val="FFF8EC"/>
          </a:solidFill>
          <a:ln xmlns:a="http://schemas.openxmlformats.org/drawingml/2006/main" w="12700">
            <a:solidFill>
              <a:srgbClr val="F3B24A"/>
            </a:solidFill>
            <a:prstDash val="solid"/>
          </a:ln>
        </p:spPr>
        <p:txBody>
          <a:bodyPr xmlns:a="http://schemas.openxmlformats.org/drawingml/2006/main"/>
          <a:lstStyle xmlns:a="http://schemas.openxmlformats.org/drawingml/2006/main"/>
          <a:p xmlns:a="http://schemas.openxmlformats.org/drawingml/2006/main">
            <a:r>
              <a:t>Why it stands out</a:t>
            </a:r>
          </a:p>
          <a:p xmlns:a="http://schemas.openxmlformats.org/drawingml/2006/main">
            <a:pPr marL="285750" indent="-285750">
              <a:buChar char="•"/>
            </a:pPr>
            <a:r>
              <a:rPr sz="1600"/>
              <a:t>Unique Value Proposition</a:t>
            </a:r>
          </a:p>
          <a:p xmlns:a="http://schemas.openxmlformats.org/drawingml/2006/main">
            <a:pPr marL="285750" indent="-285750">
              <a:buChar char="•"/>
            </a:pPr>
            <a:r>
              <a:rPr sz="1600"/>
              <a:t>ODT turns necessary supporting work into a visible, governed delivery flow. It is not replacing developer expertise; it is organizing the inputs, evidence, and AI collaboration around it.</a:t>
            </a:r>
          </a:p>
          <a:p xmlns:a="http://schemas.openxmlformats.org/drawingml/2006/main"/>
        </p:txBody>
      </p:sp>
      <p:sp>
        <p:nvSpPr>
          <p:cNvPr id="25" name="Text 15">
            <a:extLst xmlns:a="http://schemas.openxmlformats.org/drawingml/2006/main">
              <a:ext uri="{FF2B5EF4-FFF2-40B4-BE49-F238E27FC236}">
                <a16:creationId xmlns:a16="http://schemas.microsoft.com/office/drawing/2014/main" id="{6AFD1346-022B-D5EA-808B-C184F9B37E86}"/>
              </a:ext>
            </a:extLst>
          </p:cNvPr>
          <p:cNvSpPr>
            <a:spLocks xmlns:a="http://schemas.openxmlformats.org/drawingml/2006/main" noGrp="1"/>
          </p:cNvSpPr>
          <p:nvPr/>
        </p:nvSpPr>
        <p:spPr>
          <a:xfrm xmlns:a="http://schemas.openxmlformats.org/drawingml/2006/main">
            <a:off x="6246223" y="1345524"/>
            <a:ext cx="2011680" cy="1828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21722"/>
                </a:solidFill>
              </a:rPr>
              <a:t>Digital Worker Flow</a:t>
            </a:r>
          </a:p>
        </p:txBody>
      </p:sp>
    </p:spTree>
    <p:extLst>
      <p:ext uri="{BB962C8B-B14F-4D97-AF65-F5344CB8AC3E}">
        <p14:creationId xmlns:p14="http://schemas.microsoft.com/office/powerpoint/2010/main" val="1231368714"/>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ext Placeholder 2">
            <a:extLst xmlns:a="http://schemas.openxmlformats.org/drawingml/2006/main">
              <a:ext uri="{FF2B5EF4-FFF2-40B4-BE49-F238E27FC236}">
                <a16:creationId xmlns:a16="http://schemas.microsoft.com/office/drawing/2014/main" id="{E452138A-C018-89E4-30C2-94AFD2BE821C}"/>
              </a:ext>
            </a:extLst>
          </p:cNvPr>
          <p:cNvSpPr>
            <a:spLocks xmlns:a="http://schemas.openxmlformats.org/drawingml/2006/main" noGrp="1"/>
          </p:cNvSpPr>
          <p:nvPr>
            <p:ph type="body" idx="11"/>
          </p:nvPr>
        </p:nvSpPr>
        <p:spPr>
          <a:xfrm xmlns:a="http://schemas.openxmlformats.org/drawingml/2006/main">
            <a:off x="762000" y="1024235"/>
            <a:ext cx="11004884" cy="330540"/>
          </a:xfrm>
        </p:spPr>
        <p:txBody>
          <a:bodyPr xmlns:a="http://schemas.openxmlformats.org/drawingml/2006/main"/>
          <a:lstStyle xmlns:a="http://schemas.openxmlformats.org/drawingml/2006/main"/>
          <a:p xmlns:a="http://schemas.openxmlformats.org/drawingml/2006/main">
            <a:r>
              <a:t>High-level architecture, OCI prompt option, OCA execution path, and governed human review.</a:t>
            </a:r>
          </a:p>
        </p:txBody>
      </p:sp>
      <p:sp>
        <p:nvSpPr>
          <p:cNvPr id="3" name="Title 1">
            <a:extLst xmlns:a="http://schemas.openxmlformats.org/drawingml/2006/main">
              <a:ext uri="{FF2B5EF4-FFF2-40B4-BE49-F238E27FC236}">
                <a16:creationId xmlns:a16="http://schemas.microsoft.com/office/drawing/2014/main" id="{6A0B9106-960E-221A-F2F5-E524C05F78D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Technical Architecture</a:t>
            </a:r>
          </a:p>
        </p:txBody>
      </p:sp>
      <p:pic>
        <p:nvPicPr>
          <p:cNvPr id="4" name="ODT Architecture Visual"/>
          <p:cNvPicPr>
            <a:picLocks xmlns:a="http://schemas.openxmlformats.org/drawingml/2006/main" noChangeAspect="1"/>
          </p:cNvPicPr>
          <p:nvPr/>
        </p:nvPicPr>
        <p:blipFill>
          <a:blip xmlns:r="http://schemas.openxmlformats.org/officeDocument/2006/relationships" xmlns:a="http://schemas.openxmlformats.org/drawingml/2006/main" r:embed="R5bad20b83831483f"/>
          <a:srcRect xmlns:a="http://schemas.openxmlformats.org/drawingml/2006/main" l="0" t="0" r="0" b="0"/>
          <a:stretch xmlns:a="http://schemas.openxmlformats.org/drawingml/2006/main"/>
        </p:blipFill>
        <p:spPr>
          <a:xfrm xmlns:a="http://schemas.openxmlformats.org/drawingml/2006/main">
            <a:off x="1150000" y="1820000"/>
            <a:ext cx="9750000" cy="4387500"/>
          </a:xfrm>
          <a:prstGeom xmlns:a="http://schemas.openxmlformats.org/drawingml/2006/main" prst="rect">
            <a:avLst/>
          </a:prstGeom>
        </p:spPr>
      </p:pic>
    </p:spTree>
    <p:extLst>
      <p:ext uri="{BB962C8B-B14F-4D97-AF65-F5344CB8AC3E}">
        <p14:creationId xmlns:p14="http://schemas.microsoft.com/office/powerpoint/2010/main" val="2866509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 name="Text Placeholder 6">
            <a:extLst xmlns:a="http://schemas.openxmlformats.org/drawingml/2006/main">
              <a:ext uri="{FF2B5EF4-FFF2-40B4-BE49-F238E27FC236}">
                <a16:creationId xmlns:a16="http://schemas.microsoft.com/office/drawing/2014/main" id="{2B73A035-07E8-5BF9-1C7F-515A220F9EAA}"/>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r>
              <a:t>How This Digital Worker Works</a:t>
            </a:r>
          </a:p>
        </p:txBody>
      </p:sp>
      <p:sp>
        <p:nvSpPr>
          <p:cNvPr id="9" name="Content Placeholder 7">
            <a:extLst xmlns:a="http://schemas.openxmlformats.org/drawingml/2006/main">
              <a:ext uri="{FF2B5EF4-FFF2-40B4-BE49-F238E27FC236}">
                <a16:creationId xmlns:a16="http://schemas.microsoft.com/office/drawing/2014/main" id="{BBC0289D-CD2B-8C62-53D5-2FE1953311DE}"/>
              </a:ext>
            </a:extLst>
          </p:cNvPr>
          <p:cNvSpPr>
            <a:spLocks xmlns:a="http://schemas.openxmlformats.org/drawingml/2006/main" noGrp="1"/>
          </p:cNvSpPr>
          <p:nvPr>
            <p:ph idx="14"/>
          </p:nvPr>
        </p:nvSpPr>
        <p:spPr>
          <a:xfrm xmlns:a="http://schemas.openxmlformats.org/drawingml/2006/main">
            <a:off x="766763" y="4456739"/>
            <a:ext cx="10671175" cy="1650374"/>
          </a:xfrm>
        </p:spPr>
        <p:txBody>
          <a:bodyPr xmlns:a="http://schemas.openxmlformats.org/drawingml/2006/main"/>
          <a:lstStyle xmlns:a="http://schemas.openxmlformats.org/drawingml/2006/main"/>
          <a:p xmlns:a="http://schemas.openxmlformats.org/drawingml/2006/main">
            <a:pPr marL="285750" indent="-285750">
              <a:buChar char="•"/>
            </a:pPr>
          </a:p>
          <a:p xmlns:a="http://schemas.openxmlformats.org/drawingml/2006/main">
            <a:pPr marL="285750" indent="-285750">
              <a:buChar char="•"/>
            </a:pPr>
          </a:p>
        </p:txBody>
      </p:sp>
      <p:sp>
        <p:nvSpPr>
          <p:cNvPr id="10" name="Title 1">
            <a:extLst xmlns:a="http://schemas.openxmlformats.org/drawingml/2006/main">
              <a:ext uri="{FF2B5EF4-FFF2-40B4-BE49-F238E27FC236}">
                <a16:creationId xmlns:a16="http://schemas.microsoft.com/office/drawing/2014/main" id="{C6FB5E47-2DFE-B7C9-5BDC-A64C03ECAF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Operational Detail</a:t>
            </a:r>
          </a:p>
        </p:txBody>
      </p:sp>
      <p:sp>
        <p:nvSpPr>
          <p:cNvPr id="6" name="TextBox 5">
            <a:extLst xmlns:a="http://schemas.openxmlformats.org/drawingml/2006/main">
              <a:ext uri="{FF2B5EF4-FFF2-40B4-BE49-F238E27FC236}">
                <a16:creationId xmlns:a16="http://schemas.microsoft.com/office/drawing/2014/main" id="{3F01FF93-3886-0883-EA29-6471C2B17BA5}"/>
              </a:ext>
            </a:extLst>
          </p:cNvPr>
          <p:cNvSpPr>
            <a:spLocks xmlns:a="http://schemas.openxmlformats.org/drawingml/2006/main" noGrp="1"/>
          </p:cNvSpPr>
          <p:nvPr/>
        </p:nvSpPr>
        <p:spPr>
          <a:xfrm xmlns:a="http://schemas.openxmlformats.org/drawingml/2006/main">
            <a:off x="929768" y="1559859"/>
            <a:ext cx="9574306" cy="255699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p:txBody>
      </p:sp>
      <p:sp>
        <p:nvSpPr>
          <p:cNvPr id="12" name="Rectangle 7">
            <a:extLst xmlns:a="http://schemas.openxmlformats.org/drawingml/2006/main">
              <a:ext uri="{FF2B5EF4-FFF2-40B4-BE49-F238E27FC236}">
                <a16:creationId xmlns:a16="http://schemas.microsoft.com/office/drawing/2014/main" id="{56BDCCAE-BF82-524E-82A2-7D348D2A431D}"/>
              </a:ext>
            </a:extLst>
          </p:cNvPr>
          <p:cNvSpPr>
            <a:spLocks xmlns:a="http://schemas.openxmlformats.org/drawingml/2006/main" noGrp="1"/>
          </p:cNvSpPr>
          <p:nvPr/>
        </p:nvSpPr>
        <p:spPr>
          <a:xfrm xmlns:a="http://schemas.openxmlformats.org/drawingml/2006/main">
            <a:off x="0" y="-5893908"/>
            <a:ext cx="11761076" cy="117878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p>
          <a:p xmlns:a="http://schemas.openxmlformats.org/drawingml/2006/main">
            <a:pPr marL="0" indent="0" algn="l">
              <a:lnSpc>
                <a:spcPct val="100000"/>
              </a:lnSpc>
              <a:spcBef>
                <a:spcPts val="0"/>
              </a:spcBef>
              <a:spcAft>
                <a:spcPts val="0"/>
              </a:spcAft>
              <a:buChar char="•"/>
            </a:pPr>
            <a:r>
              <a:rPr sz="1600" b="1" i="0" u="none">
                <a:solidFill>
                  <a:schemeClr val="tx1"/>
                </a:solidFill>
                <a:latin typeface="Arial"/>
                <a:ea typeface="Arial"/>
                <a:cs typeface="Arial"/>
              </a:rPr>
              <a:t>Who uses ODT and where value is realized</a:t>
            </a:r>
            <a:br/>
            <a:r>
              <a:rPr sz="1600" b="0" i="0" u="none">
                <a:solidFill>
                  <a:schemeClr val="tx1"/>
                </a:solidFill>
                <a:latin typeface="Arial"/>
                <a:ea typeface="Arial"/>
                <a:cs typeface="Arial"/>
              </a:rPr>
              <a:t>A developer enters the work item, chooses the repo, reviews the evidence, and delegates only when ready. A reviewer or lead can add edits, stage overrides, and request re-analysis.</a:t>
            </a:r>
          </a:p>
          <a:p xmlns:a="http://schemas.openxmlformats.org/drawingml/2006/main">
            <a:pPr marL="0" indent="0" algn="l">
              <a:lnSpc>
                <a:spcPct val="100000"/>
              </a:lnSpc>
              <a:spcBef>
                <a:spcPts val="0"/>
              </a:spcBef>
              <a:spcAft>
                <a:spcPts val="0"/>
              </a:spcAft>
              <a:buChar char="•"/>
            </a:pPr>
            <a:r>
              <a:rPr sz="1600" b="1" i="0" u="none">
                <a:solidFill>
                  <a:schemeClr val="tx1"/>
                </a:solidFill>
                <a:latin typeface="Arial"/>
                <a:ea typeface="Arial"/>
                <a:cs typeface="Arial"/>
              </a:rPr>
              <a:t>Execution model</a:t>
            </a:r>
            <a:br/>
            <a:r>
              <a:rPr sz="1600" b="0" i="0" u="none">
                <a:solidFill>
                  <a:schemeClr val="tx1"/>
                </a:solidFill>
                <a:latin typeface="Arial"/>
                <a:ea typeface="Arial"/>
                <a:cs typeface="Arial"/>
              </a:rPr>
              <a:t>ODT plans and governs; OCA-backed Codex or Cline sessions execute implementation against the target repo.</a:t>
            </a:r>
          </a:p>
          <a:p xmlns:a="http://schemas.openxmlformats.org/drawingml/2006/main">
            <a:pPr marL="0" indent="0" algn="l">
              <a:lnSpc>
                <a:spcPct val="100000"/>
              </a:lnSpc>
              <a:spcBef>
                <a:spcPts val="0"/>
              </a:spcBef>
              <a:spcAft>
                <a:spcPts val="0"/>
              </a:spcAft>
              <a:buChar char="•"/>
            </a:pPr>
            <a:r>
              <a:rPr sz="1600" b="0" i="0" u="none">
                <a:solidFill>
                  <a:schemeClr val="tx1"/>
                </a:solidFill>
                <a:latin typeface="Arial"/>
                <a:ea typeface="Arial"/>
                <a:cs typeface="Arial"/>
              </a:rPr>
              <a:t>Guardrails and governance</a:t>
            </a:r>
          </a:p>
          <a:p xmlns:a="http://schemas.openxmlformats.org/drawingml/2006/main">
            <a:pPr marL="0" indent="0" algn="l">
              <a:lnSpc>
                <a:spcPct val="100000"/>
              </a:lnSpc>
              <a:spcBef>
                <a:spcPts val="0"/>
              </a:spcBef>
              <a:spcAft>
                <a:spcPts val="0"/>
              </a:spcAft>
              <a:buChar char="•"/>
            </a:pPr>
            <a:r>
              <a:rPr sz="1600" b="0" i="0" u="none">
                <a:solidFill>
                  <a:schemeClr val="tx1"/>
                </a:solidFill>
                <a:latin typeface="Arial"/>
                <a:ea typeface="Arial"/>
                <a:cs typeface="Arial"/>
              </a:rPr>
              <a:t>Prompt hardening, repo validation, accessibility guidance aligned to Oracle expectations, and mandatory human approval before merge.</a:t>
            </a:r>
          </a:p>
          <a:p xmlns:a="http://schemas.openxmlformats.org/drawingml/2006/main">
            <a:pPr marL="0" indent="0" algn="l">
              <a:lnSpc>
                <a:spcPct val="100000"/>
              </a:lnSpc>
              <a:spcBef>
                <a:spcPts val="0"/>
              </a:spcBef>
              <a:spcAft>
                <a:spcPts val="0"/>
              </a:spcAft>
              <a:buChar char="•"/>
            </a:pPr>
            <a:r>
              <a:rPr sz="1600" b="0" i="0" u="none">
                <a:solidFill>
                  <a:schemeClr val="tx1"/>
                </a:solidFill>
                <a:latin typeface="Arial"/>
                <a:ea typeface="Arial"/>
                <a:cs typeface="Arial"/>
              </a:rPr>
              <a:t>Interaction flow</a:t>
            </a:r>
          </a:p>
          <a:p xmlns:a="http://schemas.openxmlformats.org/drawingml/2006/main">
            <a:pPr marL="0" indent="0" algn="l">
              <a:lnSpc>
                <a:spcPct val="100000"/>
              </a:lnSpc>
              <a:spcBef>
                <a:spcPts val="0"/>
              </a:spcBef>
              <a:spcAft>
                <a:spcPts val="0"/>
              </a:spcAft>
              <a:buChar char="•"/>
            </a:pPr>
            <a:r>
              <a:rPr sz="1600" b="0" i="0" u="none">
                <a:solidFill>
                  <a:schemeClr val="tx1"/>
                </a:solidFill>
                <a:latin typeface="Arial"/>
                <a:ea typeface="Arial"/>
                <a:cs typeface="Arial"/>
              </a:rPr>
              <a:t>Requirement -&gt; ODT Workspace -&gt; reports/odt artifacts -&gt; execute prompt -&gt; OCA session -&gt; repo diff review.</a:t>
            </a:r>
          </a:p>
          <a:p xmlns:a="http://schemas.openxmlformats.org/drawingml/2006/main">
            <a:pPr marL="0" indent="0" algn="l">
              <a:lnSpc>
                <a:spcPct val="100000"/>
              </a:lnSpc>
              <a:spcBef>
                <a:spcPts val="0"/>
              </a:spcBef>
              <a:spcAft>
                <a:spcPts val="0"/>
              </a:spcAft>
              <a:buChar char="•"/>
            </a:pPr>
            <a:r>
              <a:rPr sz="1600" b="1" i="0" u="none">
                <a:solidFill>
                  <a:schemeClr val="tx1"/>
                </a:solidFill>
                <a:latin typeface="Arial"/>
                <a:ea typeface="Arial"/>
                <a:cs typeface="Arial"/>
              </a:rPr>
              <a:t>Hybrid prompting and integration points</a:t>
            </a:r>
            <a:br/>
            <a:r>
              <a:rPr sz="1600" b="0" i="0" u="none">
                <a:solidFill>
                  <a:schemeClr val="tx1"/>
                </a:solidFill>
                <a:latin typeface="Arial"/>
                <a:ea typeface="Arial"/>
                <a:cs typeface="Arial"/>
              </a:rPr>
              <a:t>OCI GenAI can generate stage prompts with an LLM path, while fallback prompts and reviewer overrides keep the workflow resilient and customizable. ODT connects this with the local context server, dashboards, demo React app, and OCA execution path.</a:t>
            </a:r>
          </a:p>
          <a:p xmlns:a="http://schemas.openxmlformats.org/drawingml/2006/main">
            <a:pPr marL="0" indent="0" algn="l">
              <a:lnSpc>
                <a:spcPct val="100000"/>
              </a:lnSpc>
              <a:spcBef>
                <a:spcPts val="0"/>
              </a:spcBef>
              <a:spcAft>
                <a:spcPts val="0"/>
              </a:spcAft>
              <a:buChar char="•"/>
            </a:pPr>
            <a:r>
              <a:rPr sz="1600" b="1" i="0" u="none">
                <a:solidFill>
                  <a:schemeClr val="tx1"/>
                </a:solidFill>
                <a:latin typeface="Arial"/>
                <a:ea typeface="Arial"/>
                <a:cs typeface="Arial"/>
              </a:rPr>
              <a:t>Why judges should care</a:t>
            </a:r>
            <a:br/>
            <a:r>
              <a:rPr sz="1600" b="0" i="0" u="none">
                <a:solidFill>
                  <a:schemeClr val="tx1"/>
                </a:solidFill>
                <a:latin typeface="Arial"/>
                <a:ea typeface="Arial"/>
                <a:cs typeface="Arial"/>
              </a:rPr>
              <a:t>ODT helps teams collaborate with AI in a way that is explainable, reviewable, requirement-aware, and demo-ready today.</a:t>
            </a:r>
          </a:p>
        </p:txBody>
      </p:sp>
    </p:spTree>
    <p:extLst>
      <p:ext uri="{BB962C8B-B14F-4D97-AF65-F5344CB8AC3E}">
        <p14:creationId xmlns:p14="http://schemas.microsoft.com/office/powerpoint/2010/main" val="42599701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ext Placeholder 5">
            <a:extLst xmlns:a="http://schemas.openxmlformats.org/drawingml/2006/main">
              <a:ext uri="{FF2B5EF4-FFF2-40B4-BE49-F238E27FC236}">
                <a16:creationId xmlns:a16="http://schemas.microsoft.com/office/drawing/2014/main" id="{9033AD8E-5321-B29B-B873-619D95E37FA9}"/>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r>
              <a:t>Digital Worker</a:t>
            </a:r>
          </a:p>
        </p:txBody>
      </p:sp>
      <p:sp>
        <p:nvSpPr>
          <p:cNvPr id="8" name="Content Placeholder 7">
            <a:extLst xmlns:a="http://schemas.openxmlformats.org/drawingml/2006/main">
              <a:ext uri="{FF2B5EF4-FFF2-40B4-BE49-F238E27FC236}">
                <a16:creationId xmlns:a16="http://schemas.microsoft.com/office/drawing/2014/main" id="{4CAD8E3D-267E-32DA-B97C-80FE3845F88B}"/>
              </a:ext>
            </a:extLst>
          </p:cNvPr>
          <p:cNvSpPr>
            <a:spLocks xmlns:a="http://schemas.openxmlformats.org/drawingml/2006/main" noGrp="1"/>
          </p:cNvSpPr>
          <p:nvPr>
            <p:ph idx="14"/>
          </p:nvPr>
        </p:nvSpPr>
        <p:spPr/>
        <p:txBody>
          <a:bodyPr xmlns:a="http://schemas.openxmlformats.org/drawingml/2006/main"/>
          <a:lstStyle xmlns:a="http://schemas.openxmlformats.org/drawingml/2006/main"/>
          <a:p xmlns:a="http://schemas.openxmlformats.org/drawingml/2006/main">
            <a:r>
              <a:rPr b="1"/>
              <a:t>Business impact</a:t>
            </a:r>
          </a:p>
          <a:p xmlns:a="http://schemas.openxmlformats.org/drawingml/2006/main"/>
          <a:p xmlns:a="http://schemas.openxmlformats.org/drawingml/2006/main">
            <a:r>
              <a:rPr sz="1400"/>
              <a:t>Reduces repetitive delivery-preparation work, improves consistency, surfaces accessibility earlier, helps reduce backlog pressure, and gives teams a reusable Oracle delivery pattern.</a:t>
            </a:r>
          </a:p>
        </p:txBody>
      </p:sp>
      <p:sp>
        <p:nvSpPr>
          <p:cNvPr id="9" name="Content Placeholder 8">
            <a:extLst xmlns:a="http://schemas.openxmlformats.org/drawingml/2006/main">
              <a:ext uri="{FF2B5EF4-FFF2-40B4-BE49-F238E27FC236}">
                <a16:creationId xmlns:a16="http://schemas.microsoft.com/office/drawing/2014/main" id="{86EF5A82-D6D2-4008-3F6B-9D0FBE8ED2E8}"/>
              </a:ext>
            </a:extLst>
          </p:cNvPr>
          <p:cNvSpPr>
            <a:spLocks xmlns:a="http://schemas.openxmlformats.org/drawingml/2006/main" noGrp="1"/>
          </p:cNvSpPr>
          <p:nvPr>
            <p:ph idx="15"/>
          </p:nvPr>
        </p:nvSpPr>
        <p:spPr/>
        <p:txBody>
          <a:bodyPr xmlns:a="http://schemas.openxmlformats.org/drawingml/2006/main"/>
          <a:lstStyle xmlns:a="http://schemas.openxmlformats.org/drawingml/2006/main"/>
          <a:p xmlns:a="http://schemas.openxmlformats.org/drawingml/2006/main">
            <a:r>
              <a:rPr b="1">
                <a:solidFill>
                  <a:srgbClr val="121722"/>
                </a:solidFill>
              </a:rPr>
              <a:t>Responsible AI</a:t>
            </a:r>
          </a:p>
          <a:p xmlns:a="http://schemas.openxmlformats.org/drawingml/2006/main"/>
          <a:p xmlns:a="http://schemas.openxmlformats.org/drawingml/2006/main">
            <a:r>
              <a:rPr sz="1400"/>
              <a:t>Human-in-the-loop review is mandatory; prompts and artifacts are traceable; fallback behavior keeps the flow safe when OCI is unavailable.</a:t>
            </a:r>
          </a:p>
          <a:p xmlns:a="http://schemas.openxmlformats.org/drawingml/2006/main"/>
        </p:txBody>
      </p:sp>
      <p:sp>
        <p:nvSpPr>
          <p:cNvPr id="10" name="Content Placeholder 9">
            <a:extLst xmlns:a="http://schemas.openxmlformats.org/drawingml/2006/main">
              <a:ext uri="{FF2B5EF4-FFF2-40B4-BE49-F238E27FC236}">
                <a16:creationId xmlns:a16="http://schemas.microsoft.com/office/drawing/2014/main" id="{0681DB2D-6F69-A607-D63A-B8A1B2E3B02E}"/>
              </a:ext>
            </a:extLst>
          </p:cNvPr>
          <p:cNvSpPr>
            <a:spLocks xmlns:a="http://schemas.openxmlformats.org/drawingml/2006/main" noGrp="1"/>
          </p:cNvSpPr>
          <p:nvPr>
            <p:ph idx="16"/>
          </p:nvPr>
        </p:nvSpPr>
        <p:spPr/>
        <p:txBody>
          <a:bodyPr xmlns:a="http://schemas.openxmlformats.org/drawingml/2006/main"/>
          <a:lstStyle xmlns:a="http://schemas.openxmlformats.org/drawingml/2006/main"/>
          <a:p xmlns:a="http://schemas.openxmlformats.org/drawingml/2006/main">
            <a:r>
              <a:rPr b="1">
                <a:solidFill>
                  <a:srgbClr val="121722"/>
                </a:solidFill>
              </a:rPr>
              <a:t>Demo summary</a:t>
            </a:r>
          </a:p>
          <a:p xmlns:a="http://schemas.openxmlformats.org/drawingml/2006/main"/>
          <a:p xmlns:a="http://schemas.openxmlformats.org/drawingml/2006/main">
            <a:r>
              <a:rPr sz="1400"/>
              <a:t>The demo shows requirement hardening, repo-aware planning, OCI prompt options, dashboard evidence, reviewer edits, OCA delegation, and final repo-level human approval.</a:t>
            </a:r>
          </a:p>
          <a:p xmlns:a="http://schemas.openxmlformats.org/drawingml/2006/main"/>
        </p:txBody>
      </p:sp>
      <p:sp>
        <p:nvSpPr>
          <p:cNvPr id="7" name="Title 1">
            <a:extLst xmlns:a="http://schemas.openxmlformats.org/drawingml/2006/main">
              <a:ext uri="{FF2B5EF4-FFF2-40B4-BE49-F238E27FC236}">
                <a16:creationId xmlns:a16="http://schemas.microsoft.com/office/drawing/2014/main" id="{37E844B5-38C0-872D-B584-2592281F473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Summary</a:t>
            </a:r>
          </a:p>
        </p:txBody>
      </p:sp>
      <p:sp>
        <p:nvSpPr>
          <p:cNvPr id="20" name="Text 19">
            <a:extLst xmlns:a="http://schemas.openxmlformats.org/drawingml/2006/main">
              <a:ext uri="{FF2B5EF4-FFF2-40B4-BE49-F238E27FC236}">
                <a16:creationId xmlns:a16="http://schemas.microsoft.com/office/drawing/2014/main" id="{E808D89E-372C-D3EB-12AE-666C2CCE6A76}"/>
              </a:ext>
            </a:extLst>
          </p:cNvPr>
          <p:cNvSpPr>
            <a:spLocks xmlns:a="http://schemas.openxmlformats.org/drawingml/2006/main" noGrp="1"/>
          </p:cNvSpPr>
          <p:nvPr/>
        </p:nvSpPr>
        <p:spPr>
          <a:xfrm xmlns:a="http://schemas.openxmlformats.org/drawingml/2006/main">
            <a:off x="705619" y="6245828"/>
            <a:ext cx="8412480" cy="249297"/>
          </a:xfrm>
          <a:prstGeom xmlns:a="http://schemas.openxmlformats.org/drawingml/2006/main" prst="rect">
            <a:avLst/>
          </a:prstGeom>
          <a:solidFill xmlns:a="http://schemas.openxmlformats.org/drawingml/2006/main">
            <a:srgbClr val="FFF8EC"/>
          </a:solidFill>
          <a:ln xmlns:a="http://schemas.openxmlformats.org/drawingml/2006/main" w="12700">
            <a:solidFill>
              <a:srgbClr val="F3B24A"/>
            </a:solidFill>
            <a:prstDash val="solid"/>
          </a:ln>
        </p:spPr>
        <p:txBody>
          <a:bodyPr xmlns:a="http://schemas.openxmlformats.org/drawingml/2006/main"/>
          <a:lstStyle xmlns:a="http://schemas.openxmlformats.org/drawingml/2006/main"/>
          <a:p xmlns:a="http://schemas.openxmlformats.org/drawingml/2006/main">
            <a:r>
              <a:rPr sz="1200" b="1"/>
              <a:t>Closing takeaway: Oracle Developer Twin helps developers and AI collaborate in a governed way by keeping the requirement, the repo, and the human review step connected.</a:t>
            </a:r>
          </a:p>
        </p:txBody>
      </p:sp>
    </p:spTree>
    <p:extLst>
      <p:ext uri="{BB962C8B-B14F-4D97-AF65-F5344CB8AC3E}">
        <p14:creationId xmlns:p14="http://schemas.microsoft.com/office/powerpoint/2010/main" val="1778642995"/>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AFE328-4201-4872-8820-A3070851B35E}"/>
              </a:ext>
            </a:extLst>
          </p:cNvPr>
          <p:cNvSpPr>
            <a:spLocks xmlns:a="http://schemas.openxmlformats.org/drawingml/2006/main" noGrp="1"/>
          </p:cNvSpPr>
          <p:nvPr/>
        </p:nvSpPr>
        <p:spPr>
          <a:xfrm xmlns:a="http://schemas.openxmlformats.org/drawingml/2006/main">
            <a:off x="762000" y="533400"/>
            <a:ext cx="10668000" cy="285750"/>
          </a:xfrm>
          <a:prstGeom xmlns:a="http://schemas.openxmlformats.org/drawingml/2006/main" prst="rect">
            <a:avLst/>
          </a:prstGeom>
          <a:solidFill xmlns:a="http://schemas.openxmlformats.org/drawingml/2006/main">
            <a:srgbClr val="F7F4EF"/>
          </a:solidFill>
          <a:ln xmlns:a="http://schemas.openxmlformats.org/drawingml/2006/main" w="0">
            <a:solidFill>
              <a:srgbClr val="F7F4E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a:solidFill>
                  <a:srgbClr val="A64936"/>
                </a:solidFill>
              </a:defRPr>
            </a:pPr>
            <a:r>
              <a:rPr sz="1200" b="1">
                <a:solidFill>
                  <a:srgbClr val="A64936"/>
                </a:solidFill>
              </a:rPr>
              <a:t>Appendix</a:t>
            </a:r>
          </a:p>
        </p:txBody>
      </p:sp>
      <p:sp>
        <p:nvSpPr>
          <p:cNvPr id="2" name="">
            <a:extLst xmlns:a="http://schemas.openxmlformats.org/drawingml/2006/main">
              <a:ext uri="{FF2B5EF4-FFF2-40B4-BE49-F238E27FC236}">
                <a16:creationId xmlns:a16="http://schemas.microsoft.com/office/drawing/2014/main" id="{E475C1D2-5FFF-4712-B8A2-ACA9A6725794}"/>
              </a:ext>
            </a:extLst>
          </p:cNvPr>
          <p:cNvSpPr>
            <a:spLocks xmlns:a="http://schemas.openxmlformats.org/drawingml/2006/main" noGrp="1"/>
          </p:cNvSpPr>
          <p:nvPr/>
        </p:nvSpPr>
        <p:spPr>
          <a:xfrm xmlns:a="http://schemas.openxmlformats.org/drawingml/2006/main">
            <a:off x="762000" y="838200"/>
            <a:ext cx="10668000" cy="400050"/>
          </a:xfrm>
          <a:prstGeom xmlns:a="http://schemas.openxmlformats.org/drawingml/2006/main" prst="rect">
            <a:avLst/>
          </a:prstGeom>
          <a:solidFill xmlns:a="http://schemas.openxmlformats.org/drawingml/2006/main">
            <a:srgbClr val="F7F4EF"/>
          </a:solidFill>
          <a:ln xmlns:a="http://schemas.openxmlformats.org/drawingml/2006/main" w="0">
            <a:solidFill>
              <a:srgbClr val="F7F4E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250">
                <a:solidFill>
                  <a:srgbClr val="6F2119"/>
                </a:solidFill>
              </a:defRPr>
            </a:pPr>
            <a:r>
              <a:rPr sz="2250" b="1">
                <a:solidFill>
                  <a:srgbClr val="6F2119"/>
                </a:solidFill>
              </a:rPr>
              <a:t>Governed Technical Flow</a:t>
            </a:r>
          </a:p>
        </p:txBody>
      </p:sp>
      <p:sp>
        <p:nvSpPr>
          <p:cNvPr id="3" name="">
            <a:extLst xmlns:a="http://schemas.openxmlformats.org/drawingml/2006/main">
              <a:ext uri="{FF2B5EF4-FFF2-40B4-BE49-F238E27FC236}">
                <a16:creationId xmlns:a16="http://schemas.microsoft.com/office/drawing/2014/main" id="{E605A640-B841-46E8-8D5D-7C5A9E56E3BE}"/>
              </a:ext>
            </a:extLst>
          </p:cNvPr>
          <p:cNvSpPr>
            <a:spLocks xmlns:a="http://schemas.openxmlformats.org/drawingml/2006/main" noGrp="1"/>
          </p:cNvSpPr>
          <p:nvPr/>
        </p:nvSpPr>
        <p:spPr>
          <a:xfrm xmlns:a="http://schemas.openxmlformats.org/drawingml/2006/main">
            <a:off x="762000" y="1257300"/>
            <a:ext cx="8001000" cy="419100"/>
          </a:xfrm>
          <a:prstGeom xmlns:a="http://schemas.openxmlformats.org/drawingml/2006/main" prst="rect">
            <a:avLst/>
          </a:prstGeom>
          <a:solidFill xmlns:a="http://schemas.openxmlformats.org/drawingml/2006/main">
            <a:srgbClr val="F7F4EF"/>
          </a:solidFill>
          <a:ln xmlns:a="http://schemas.openxmlformats.org/drawingml/2006/main" w="0">
            <a:solidFill>
              <a:srgbClr val="F7F4EF"/>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a:solidFill>
                  <a:srgbClr val="5F6B76"/>
                </a:solidFill>
              </a:defRPr>
            </a:pPr>
            <a:r>
              <a:rPr sz="1200">
                <a:solidFill>
                  <a:srgbClr val="5F6B76"/>
                </a:solidFill>
              </a:rPr>
              <a:t>A step-by-step governed flow showing where accessibility guidance enters and where human review can refine the path before and after OCA execution.</a:t>
            </a:r>
          </a:p>
        </p:txBody>
      </p:sp>
      <p:sp>
        <p:nvSpPr>
          <p:cNvPr id="4" name="">
            <a:extLst xmlns:a="http://schemas.openxmlformats.org/drawingml/2006/main">
              <a:ext uri="{FF2B5EF4-FFF2-40B4-BE49-F238E27FC236}">
                <a16:creationId xmlns:a16="http://schemas.microsoft.com/office/drawing/2014/main" id="{D9EFC1ED-6735-403D-9987-F88AB8325B17}"/>
              </a:ext>
            </a:extLst>
          </p:cNvPr>
          <p:cNvSpPr>
            <a:spLocks xmlns:a="http://schemas.openxmlformats.org/drawingml/2006/main" noGrp="1"/>
          </p:cNvSpPr>
          <p:nvPr/>
        </p:nvSpPr>
        <p:spPr>
          <a:xfrm xmlns:a="http://schemas.openxmlformats.org/drawingml/2006/main">
            <a:off x="9334500" y="933450"/>
            <a:ext cx="1905000" cy="285750"/>
          </a:xfrm>
          <a:prstGeom xmlns:a="http://schemas.openxmlformats.org/drawingml/2006/main" prst="roundRect">
            <a:avLst>
              <a:gd name="adj" fmla="val 26667"/>
            </a:avLst>
          </a:prstGeom>
          <a:solidFill xmlns:a="http://schemas.openxmlformats.org/drawingml/2006/main">
            <a:srgbClr val="FFF3ED"/>
          </a:solidFill>
          <a:ln xmlns:a="http://schemas.openxmlformats.org/drawingml/2006/main" w="14288">
            <a:solidFill>
              <a:srgbClr val="C74634"/>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a:solidFill>
                  <a:srgbClr val="6F2119"/>
                </a:solidFill>
              </a:defRPr>
            </a:pPr>
            <a:r>
              <a:rPr sz="975" b="1">
                <a:solidFill>
                  <a:srgbClr val="6F2119"/>
                </a:solidFill>
              </a:rPr>
              <a:t>Human review checkpoints</a:t>
            </a:r>
          </a:p>
        </p:txBody>
      </p:sp>
      <p:sp>
        <p:nvSpPr>
          <p:cNvPr id="5" name="">
            <a:extLst xmlns:a="http://schemas.openxmlformats.org/drawingml/2006/main">
              <a:ext uri="{FF2B5EF4-FFF2-40B4-BE49-F238E27FC236}">
                <a16:creationId xmlns:a16="http://schemas.microsoft.com/office/drawing/2014/main" id="{89E8E3A0-6477-470D-83F1-2806DA5BD51E}"/>
              </a:ext>
            </a:extLst>
          </p:cNvPr>
          <p:cNvSpPr>
            <a:spLocks xmlns:a="http://schemas.openxmlformats.org/drawingml/2006/main" noGrp="1"/>
          </p:cNvSpPr>
          <p:nvPr/>
        </p:nvSpPr>
        <p:spPr>
          <a:xfrm xmlns:a="http://schemas.openxmlformats.org/drawingml/2006/main">
            <a:off x="8715375" y="1314450"/>
            <a:ext cx="2524125" cy="266700"/>
          </a:xfrm>
          <a:prstGeom xmlns:a="http://schemas.openxmlformats.org/drawingml/2006/main" prst="roundRect">
            <a:avLst>
              <a:gd name="adj" fmla="val 28571"/>
            </a:avLst>
          </a:prstGeom>
          <a:solidFill xmlns:a="http://schemas.openxmlformats.org/drawingml/2006/main">
            <a:srgbClr val="EEF4F7"/>
          </a:solidFill>
          <a:ln xmlns:a="http://schemas.openxmlformats.org/drawingml/2006/main" w="14288">
            <a:solidFill>
              <a:srgbClr val="88A8B6"/>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a:solidFill>
                  <a:srgbClr val="25424D"/>
                </a:solidFill>
              </a:defRPr>
            </a:pPr>
            <a:r>
              <a:rPr sz="975" b="1">
                <a:solidFill>
                  <a:srgbClr val="25424D"/>
                </a:solidFill>
              </a:rPr>
              <a:t>OCI GenAI remains optional for stage prompting</a:t>
            </a:r>
          </a:p>
        </p:txBody>
      </p:sp>
      <p:sp>
        <p:nvSpPr>
          <p:cNvPr id="6" name="">
            <a:extLst xmlns:a="http://schemas.openxmlformats.org/drawingml/2006/main">
              <a:ext uri="{FF2B5EF4-FFF2-40B4-BE49-F238E27FC236}">
                <a16:creationId xmlns:a16="http://schemas.microsoft.com/office/drawing/2014/main" id="{7F40AC84-A4DE-4496-9333-8A0D2887D29D}"/>
              </a:ext>
            </a:extLst>
          </p:cNvPr>
          <p:cNvSpPr>
            <a:spLocks xmlns:a="http://schemas.openxmlformats.org/drawingml/2006/main" noGrp="1"/>
          </p:cNvSpPr>
          <p:nvPr/>
        </p:nvSpPr>
        <p:spPr>
          <a:xfrm xmlns:a="http://schemas.openxmlformats.org/drawingml/2006/main">
            <a:off x="762000" y="1695450"/>
            <a:ext cx="3143250" cy="266700"/>
          </a:xfrm>
          <a:prstGeom xmlns:a="http://schemas.openxmlformats.org/drawingml/2006/main" prst="roundRect">
            <a:avLst>
              <a:gd name="adj" fmla="val 28571"/>
            </a:avLst>
          </a:prstGeom>
          <a:solidFill xmlns:a="http://schemas.openxmlformats.org/drawingml/2006/main">
            <a:srgbClr val="FFF2EC"/>
          </a:solidFill>
          <a:ln xmlns:a="http://schemas.openxmlformats.org/drawingml/2006/main" w="14288">
            <a:solidFill>
              <a:srgbClr val="D9A597"/>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a:solidFill>
                  <a:srgbClr val="8C1D18"/>
                </a:solidFill>
              </a:defRPr>
            </a:pPr>
            <a:r>
              <a:rPr sz="1050" b="1">
                <a:solidFill>
                  <a:srgbClr val="8C1D18"/>
                </a:solidFill>
              </a:rPr>
              <a:t>Phase 1  Understand and scope</a:t>
            </a:r>
          </a:p>
        </p:txBody>
      </p:sp>
      <p:sp>
        <p:nvSpPr>
          <p:cNvPr id="7" name="">
            <a:extLst xmlns:a="http://schemas.openxmlformats.org/drawingml/2006/main">
              <a:ext uri="{FF2B5EF4-FFF2-40B4-BE49-F238E27FC236}">
                <a16:creationId xmlns:a16="http://schemas.microsoft.com/office/drawing/2014/main" id="{60FB4989-4D7E-4AAE-A79A-2A0C8D6413C3}"/>
              </a:ext>
            </a:extLst>
          </p:cNvPr>
          <p:cNvSpPr>
            <a:spLocks xmlns:a="http://schemas.openxmlformats.org/drawingml/2006/main" noGrp="1"/>
          </p:cNvSpPr>
          <p:nvPr/>
        </p:nvSpPr>
        <p:spPr>
          <a:xfrm xmlns:a="http://schemas.openxmlformats.org/drawingml/2006/main">
            <a:off x="4524375" y="1695450"/>
            <a:ext cx="3143250" cy="266700"/>
          </a:xfrm>
          <a:prstGeom xmlns:a="http://schemas.openxmlformats.org/drawingml/2006/main" prst="roundRect">
            <a:avLst>
              <a:gd name="adj" fmla="val 28571"/>
            </a:avLst>
          </a:prstGeom>
          <a:solidFill xmlns:a="http://schemas.openxmlformats.org/drawingml/2006/main">
            <a:srgbClr val="EEF4F7"/>
          </a:solidFill>
          <a:ln xmlns:a="http://schemas.openxmlformats.org/drawingml/2006/main" w="14288">
            <a:solidFill>
              <a:srgbClr val="88A8B6"/>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a:solidFill>
                  <a:srgbClr val="25424D"/>
                </a:solidFill>
              </a:defRPr>
            </a:pPr>
            <a:r>
              <a:rPr sz="1050" b="1">
                <a:solidFill>
                  <a:srgbClr val="25424D"/>
                </a:solidFill>
              </a:rPr>
              <a:t>Phase 2  Prepare and govern</a:t>
            </a:r>
          </a:p>
        </p:txBody>
      </p:sp>
      <p:sp>
        <p:nvSpPr>
          <p:cNvPr id="8" name="">
            <a:extLst xmlns:a="http://schemas.openxmlformats.org/drawingml/2006/main">
              <a:ext uri="{FF2B5EF4-FFF2-40B4-BE49-F238E27FC236}">
                <a16:creationId xmlns:a16="http://schemas.microsoft.com/office/drawing/2014/main" id="{5598C610-7DC3-4341-BEDF-BC91463F07F7}"/>
              </a:ext>
            </a:extLst>
          </p:cNvPr>
          <p:cNvSpPr>
            <a:spLocks xmlns:a="http://schemas.openxmlformats.org/drawingml/2006/main" noGrp="1"/>
          </p:cNvSpPr>
          <p:nvPr/>
        </p:nvSpPr>
        <p:spPr>
          <a:xfrm xmlns:a="http://schemas.openxmlformats.org/drawingml/2006/main">
            <a:off x="8286750" y="1695450"/>
            <a:ext cx="3143250" cy="266700"/>
          </a:xfrm>
          <a:prstGeom xmlns:a="http://schemas.openxmlformats.org/drawingml/2006/main" prst="roundRect">
            <a:avLst>
              <a:gd name="adj" fmla="val 28571"/>
            </a:avLst>
          </a:prstGeom>
          <a:solidFill xmlns:a="http://schemas.openxmlformats.org/drawingml/2006/main">
            <a:srgbClr val="EFF8F3"/>
          </a:solidFill>
          <a:ln xmlns:a="http://schemas.openxmlformats.org/drawingml/2006/main" w="14288">
            <a:solidFill>
              <a:srgbClr val="A7CDB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a:solidFill>
                  <a:srgbClr val="1E5A40"/>
                </a:solidFill>
              </a:defRPr>
            </a:pPr>
            <a:r>
              <a:rPr sz="1050" b="1">
                <a:solidFill>
                  <a:srgbClr val="1E5A40"/>
                </a:solidFill>
              </a:rPr>
              <a:t>Phase 3  Execute and approve</a:t>
            </a:r>
          </a:p>
        </p:txBody>
      </p:sp>
      <p:sp>
        <p:nvSpPr>
          <p:cNvPr id="9" name="">
            <a:extLst xmlns:a="http://schemas.openxmlformats.org/drawingml/2006/main">
              <a:ext uri="{FF2B5EF4-FFF2-40B4-BE49-F238E27FC236}">
                <a16:creationId xmlns:a16="http://schemas.microsoft.com/office/drawing/2014/main" id="{EA84D3AA-3484-4ACC-847D-3127811B2D36}"/>
              </a:ext>
            </a:extLst>
          </p:cNvPr>
          <p:cNvSpPr>
            <a:spLocks xmlns:a="http://schemas.openxmlformats.org/drawingml/2006/main" noGrp="1"/>
          </p:cNvSpPr>
          <p:nvPr/>
        </p:nvSpPr>
        <p:spPr>
          <a:xfrm xmlns:a="http://schemas.openxmlformats.org/drawingml/2006/main">
            <a:off x="4048125" y="1714500"/>
            <a:ext cx="342900" cy="228600"/>
          </a:xfrm>
          <a:prstGeom xmlns:a="http://schemas.openxmlformats.org/drawingml/2006/main" prst="rightArrow">
            <a:avLst/>
          </a:prstGeom>
          <a:solidFill xmlns:a="http://schemas.openxmlformats.org/drawingml/2006/main">
            <a:srgbClr val="C74634"/>
          </a:solidFill>
          <a:ln xmlns:a="http://schemas.openxmlformats.org/drawingml/2006/main" w="9525">
            <a:solidFill>
              <a:srgbClr val="C74634"/>
            </a:solidFill>
            <a:prstDash val="solid"/>
          </a:ln>
        </p:spPr>
      </p:sp>
      <p:sp>
        <p:nvSpPr>
          <p:cNvPr id="10" name="">
            <a:extLst xmlns:a="http://schemas.openxmlformats.org/drawingml/2006/main">
              <a:ext uri="{FF2B5EF4-FFF2-40B4-BE49-F238E27FC236}">
                <a16:creationId xmlns:a16="http://schemas.microsoft.com/office/drawing/2014/main" id="{7623A0A9-9C9B-4791-BD0B-6D4D701C7944}"/>
              </a:ext>
            </a:extLst>
          </p:cNvPr>
          <p:cNvSpPr>
            <a:spLocks xmlns:a="http://schemas.openxmlformats.org/drawingml/2006/main" noGrp="1"/>
          </p:cNvSpPr>
          <p:nvPr/>
        </p:nvSpPr>
        <p:spPr>
          <a:xfrm xmlns:a="http://schemas.openxmlformats.org/drawingml/2006/main">
            <a:off x="7810500" y="1714500"/>
            <a:ext cx="342900" cy="228600"/>
          </a:xfrm>
          <a:prstGeom xmlns:a="http://schemas.openxmlformats.org/drawingml/2006/main" prst="rightArrow">
            <a:avLst/>
          </a:prstGeom>
          <a:solidFill xmlns:a="http://schemas.openxmlformats.org/drawingml/2006/main">
            <a:srgbClr val="C74634"/>
          </a:solidFill>
          <a:ln xmlns:a="http://schemas.openxmlformats.org/drawingml/2006/main" w="9525">
            <a:solidFill>
              <a:srgbClr val="C74634"/>
            </a:solidFill>
            <a:prstDash val="solid"/>
          </a:ln>
        </p:spPr>
      </p:sp>
      <p:sp>
        <p:nvSpPr>
          <p:cNvPr id="11" name="">
            <a:extLst xmlns:a="http://schemas.openxmlformats.org/drawingml/2006/main">
              <a:ext uri="{FF2B5EF4-FFF2-40B4-BE49-F238E27FC236}">
                <a16:creationId xmlns:a16="http://schemas.microsoft.com/office/drawing/2014/main" id="{953BC26F-15D2-4585-8208-CF1579CE8C82}"/>
              </a:ext>
            </a:extLst>
          </p:cNvPr>
          <p:cNvSpPr>
            <a:spLocks xmlns:a="http://schemas.openxmlformats.org/drawingml/2006/main" noGrp="1"/>
          </p:cNvSpPr>
          <p:nvPr/>
        </p:nvSpPr>
        <p:spPr>
          <a:xfrm xmlns:a="http://schemas.openxmlformats.org/drawingml/2006/main">
            <a:off x="762000" y="2038350"/>
            <a:ext cx="3143250" cy="990600"/>
          </a:xfrm>
          <a:prstGeom xmlns:a="http://schemas.openxmlformats.org/drawingml/2006/main" prst="roundRect">
            <a:avLst>
              <a:gd name="adj" fmla="val 7692"/>
            </a:avLst>
          </a:prstGeom>
          <a:solidFill xmlns:a="http://schemas.openxmlformats.org/drawingml/2006/main">
            <a:srgbClr val="FFF8F4"/>
          </a:solidFill>
          <a:ln xmlns:a="http://schemas.openxmlformats.org/drawingml/2006/main" w="19050">
            <a:solidFill>
              <a:srgbClr val="E7B7AE"/>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8C1D18"/>
                </a:solidFill>
              </a:rPr>
              <a:t>1. Requirement / Jira / Reviewer Input</a:t>
            </a:r>
          </a:p>
          <a:p xmlns:a="http://schemas.openxmlformats.org/drawingml/2006/main">
            <a:pPr algn="l">
              <a:defRPr sz="975">
                <a:solidFill>
                  <a:srgbClr val="34414B"/>
                </a:solidFill>
              </a:defRPr>
            </a:pPr>
            <a:r>
              <a:rPr sz="975">
                <a:solidFill>
                  <a:srgbClr val="34414B"/>
                </a:solidFill>
              </a:rPr>
              <a:t>Work item details, repo context, mockups, and reviewer intent.</a:t>
            </a:r>
          </a:p>
        </p:txBody>
      </p:sp>
      <p:sp>
        <p:nvSpPr>
          <p:cNvPr id="12" name="">
            <a:extLst xmlns:a="http://schemas.openxmlformats.org/drawingml/2006/main">
              <a:ext uri="{FF2B5EF4-FFF2-40B4-BE49-F238E27FC236}">
                <a16:creationId xmlns:a16="http://schemas.microsoft.com/office/drawing/2014/main" id="{2A91A5FD-990D-4C10-BBAC-433FCA951274}"/>
              </a:ext>
            </a:extLst>
          </p:cNvPr>
          <p:cNvSpPr>
            <a:spLocks xmlns:a="http://schemas.openxmlformats.org/drawingml/2006/main" noGrp="1"/>
          </p:cNvSpPr>
          <p:nvPr/>
        </p:nvSpPr>
        <p:spPr>
          <a:xfrm xmlns:a="http://schemas.openxmlformats.org/drawingml/2006/main">
            <a:off x="762000" y="3333750"/>
            <a:ext cx="3143250" cy="990600"/>
          </a:xfrm>
          <a:prstGeom xmlns:a="http://schemas.openxmlformats.org/drawingml/2006/main" prst="roundRect">
            <a:avLst>
              <a:gd name="adj" fmla="val 7692"/>
            </a:avLst>
          </a:prstGeom>
          <a:solidFill xmlns:a="http://schemas.openxmlformats.org/drawingml/2006/main">
            <a:srgbClr val="FFF8F4"/>
          </a:solidFill>
          <a:ln xmlns:a="http://schemas.openxmlformats.org/drawingml/2006/main" w="19050">
            <a:solidFill>
              <a:srgbClr val="E7B7AE"/>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8C1D18"/>
                </a:solidFill>
              </a:rPr>
              <a:t>2. ODT Intake + Prompt Hardening</a:t>
            </a:r>
          </a:p>
          <a:p xmlns:a="http://schemas.openxmlformats.org/drawingml/2006/main">
            <a:pPr algn="l">
              <a:defRPr sz="975">
                <a:solidFill>
                  <a:srgbClr val="34414B"/>
                </a:solidFill>
              </a:defRPr>
            </a:pPr>
            <a:r>
              <a:rPr sz="975">
                <a:solidFill>
                  <a:srgbClr val="34414B"/>
                </a:solidFill>
              </a:rPr>
              <a:t>Normalize the ask, strengthen clarity, and prepare governed prompts.</a:t>
            </a:r>
          </a:p>
        </p:txBody>
      </p:sp>
      <p:sp>
        <p:nvSpPr>
          <p:cNvPr id="13" name="">
            <a:extLst xmlns:a="http://schemas.openxmlformats.org/drawingml/2006/main">
              <a:ext uri="{FF2B5EF4-FFF2-40B4-BE49-F238E27FC236}">
                <a16:creationId xmlns:a16="http://schemas.microsoft.com/office/drawing/2014/main" id="{58E2D7C8-F90D-478B-A54A-5B374B2BFFCB}"/>
              </a:ext>
            </a:extLst>
          </p:cNvPr>
          <p:cNvSpPr>
            <a:spLocks xmlns:a="http://schemas.openxmlformats.org/drawingml/2006/main" noGrp="1"/>
          </p:cNvSpPr>
          <p:nvPr/>
        </p:nvSpPr>
        <p:spPr>
          <a:xfrm xmlns:a="http://schemas.openxmlformats.org/drawingml/2006/main">
            <a:off x="762000" y="4629150"/>
            <a:ext cx="3143250" cy="990600"/>
          </a:xfrm>
          <a:prstGeom xmlns:a="http://schemas.openxmlformats.org/drawingml/2006/main" prst="roundRect">
            <a:avLst>
              <a:gd name="adj" fmla="val 7692"/>
            </a:avLst>
          </a:prstGeom>
          <a:solidFill xmlns:a="http://schemas.openxmlformats.org/drawingml/2006/main">
            <a:srgbClr val="FFF8F4"/>
          </a:solidFill>
          <a:ln xmlns:a="http://schemas.openxmlformats.org/drawingml/2006/main" w="19050">
            <a:solidFill>
              <a:srgbClr val="E7B7AE"/>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8C1D18"/>
                </a:solidFill>
              </a:rPr>
              <a:t>3. Repo Impact Analysis</a:t>
            </a:r>
          </a:p>
          <a:p xmlns:a="http://schemas.openxmlformats.org/drawingml/2006/main">
            <a:pPr algn="l">
              <a:defRPr sz="975">
                <a:solidFill>
                  <a:srgbClr val="34414B"/>
                </a:solidFill>
              </a:defRPr>
            </a:pPr>
            <a:r>
              <a:rPr sz="975">
                <a:solidFill>
                  <a:srgbClr val="34414B"/>
                </a:solidFill>
              </a:rPr>
              <a:t>Identify hotspots, candidate files, tests, and impacted surfaces.</a:t>
            </a:r>
          </a:p>
        </p:txBody>
      </p:sp>
      <p:sp>
        <p:nvSpPr>
          <p:cNvPr id="14" name="">
            <a:extLst xmlns:a="http://schemas.openxmlformats.org/drawingml/2006/main">
              <a:ext uri="{FF2B5EF4-FFF2-40B4-BE49-F238E27FC236}">
                <a16:creationId xmlns:a16="http://schemas.microsoft.com/office/drawing/2014/main" id="{3C132752-E56F-4BEA-98A8-697F2606A8B6}"/>
              </a:ext>
            </a:extLst>
          </p:cNvPr>
          <p:cNvSpPr>
            <a:spLocks xmlns:a="http://schemas.openxmlformats.org/drawingml/2006/main" noGrp="1"/>
          </p:cNvSpPr>
          <p:nvPr/>
        </p:nvSpPr>
        <p:spPr>
          <a:xfrm xmlns:a="http://schemas.openxmlformats.org/drawingml/2006/main">
            <a:off x="4524375" y="2038350"/>
            <a:ext cx="3143250" cy="990600"/>
          </a:xfrm>
          <a:prstGeom xmlns:a="http://schemas.openxmlformats.org/drawingml/2006/main" prst="roundRect">
            <a:avLst>
              <a:gd name="adj" fmla="val 7692"/>
            </a:avLst>
          </a:prstGeom>
          <a:solidFill xmlns:a="http://schemas.openxmlformats.org/drawingml/2006/main">
            <a:srgbClr val="F6FAFC"/>
          </a:solidFill>
          <a:ln xmlns:a="http://schemas.openxmlformats.org/drawingml/2006/main" w="19050">
            <a:solidFill>
              <a:srgbClr val="A7BDC8"/>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25424D"/>
                </a:solidFill>
              </a:rPr>
              <a:t>4. Hybrid Prompt Generation</a:t>
            </a:r>
          </a:p>
          <a:p xmlns:a="http://schemas.openxmlformats.org/drawingml/2006/main">
            <a:pPr algn="l">
              <a:defRPr sz="975">
                <a:solidFill>
                  <a:srgbClr val="34414B"/>
                </a:solidFill>
              </a:defRPr>
            </a:pPr>
            <a:r>
              <a:rPr sz="975">
                <a:solidFill>
                  <a:srgbClr val="34414B"/>
                </a:solidFill>
              </a:rPr>
              <a:t>OCI GenAI option, fallback prompts, and reviewer stage overrides.</a:t>
            </a:r>
          </a:p>
        </p:txBody>
      </p:sp>
      <p:sp>
        <p:nvSpPr>
          <p:cNvPr id="15" name="">
            <a:extLst xmlns:a="http://schemas.openxmlformats.org/drawingml/2006/main">
              <a:ext uri="{FF2B5EF4-FFF2-40B4-BE49-F238E27FC236}">
                <a16:creationId xmlns:a16="http://schemas.microsoft.com/office/drawing/2014/main" id="{DB265F0F-67C8-4003-A78E-00B211C0FB4A}"/>
              </a:ext>
            </a:extLst>
          </p:cNvPr>
          <p:cNvSpPr>
            <a:spLocks xmlns:a="http://schemas.openxmlformats.org/drawingml/2006/main" noGrp="1"/>
          </p:cNvSpPr>
          <p:nvPr/>
        </p:nvSpPr>
        <p:spPr>
          <a:xfrm xmlns:a="http://schemas.openxmlformats.org/drawingml/2006/main">
            <a:off x="4524375" y="3333750"/>
            <a:ext cx="3143250" cy="990600"/>
          </a:xfrm>
          <a:prstGeom xmlns:a="http://schemas.openxmlformats.org/drawingml/2006/main" prst="roundRect">
            <a:avLst>
              <a:gd name="adj" fmla="val 7692"/>
            </a:avLst>
          </a:prstGeom>
          <a:solidFill xmlns:a="http://schemas.openxmlformats.org/drawingml/2006/main">
            <a:srgbClr val="F1FAF4"/>
          </a:solidFill>
          <a:ln xmlns:a="http://schemas.openxmlformats.org/drawingml/2006/main" w="19050">
            <a:solidFill>
              <a:srgbClr val="9CC8A6"/>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1E5A40"/>
                </a:solidFill>
              </a:rPr>
              <a:t>5. Code + Unit Tests + Oracle A11y Guidance</a:t>
            </a:r>
          </a:p>
          <a:p xmlns:a="http://schemas.openxmlformats.org/drawingml/2006/main">
            <a:pPr algn="l">
              <a:defRPr sz="975">
                <a:solidFill>
                  <a:srgbClr val="34414B"/>
                </a:solidFill>
              </a:defRPr>
            </a:pPr>
            <a:r>
              <a:rPr sz="975">
                <a:solidFill>
                  <a:srgbClr val="34414B"/>
                </a:solidFill>
              </a:rPr>
              <a:t>Implementation guidance, test expectations, and accessibility checks.</a:t>
            </a:r>
          </a:p>
        </p:txBody>
      </p:sp>
      <p:sp>
        <p:nvSpPr>
          <p:cNvPr id="16" name="">
            <a:extLst xmlns:a="http://schemas.openxmlformats.org/drawingml/2006/main">
              <a:ext uri="{FF2B5EF4-FFF2-40B4-BE49-F238E27FC236}">
                <a16:creationId xmlns:a16="http://schemas.microsoft.com/office/drawing/2014/main" id="{06DFA526-5E02-4750-BFC9-BC4A5E084833}"/>
              </a:ext>
            </a:extLst>
          </p:cNvPr>
          <p:cNvSpPr>
            <a:spLocks xmlns:a="http://schemas.openxmlformats.org/drawingml/2006/main" noGrp="1"/>
          </p:cNvSpPr>
          <p:nvPr/>
        </p:nvSpPr>
        <p:spPr>
          <a:xfrm xmlns:a="http://schemas.openxmlformats.org/drawingml/2006/main">
            <a:off x="4524375" y="4629150"/>
            <a:ext cx="3143250" cy="990600"/>
          </a:xfrm>
          <a:prstGeom xmlns:a="http://schemas.openxmlformats.org/drawingml/2006/main" prst="roundRect">
            <a:avLst>
              <a:gd name="adj" fmla="val 7692"/>
            </a:avLst>
          </a:prstGeom>
          <a:solidFill xmlns:a="http://schemas.openxmlformats.org/drawingml/2006/main">
            <a:srgbClr val="FFF3ED"/>
          </a:solidFill>
          <a:ln xmlns:a="http://schemas.openxmlformats.org/drawingml/2006/main" w="19050">
            <a:solidFill>
              <a:srgbClr val="C74634"/>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6F2119"/>
                </a:solidFill>
              </a:rPr>
              <a:t>6. Human Review + Refine + Re-analyze</a:t>
            </a:r>
          </a:p>
          <a:p xmlns:a="http://schemas.openxmlformats.org/drawingml/2006/main">
            <a:pPr algn="l">
              <a:defRPr sz="975">
                <a:solidFill>
                  <a:srgbClr val="34414B"/>
                </a:solidFill>
              </a:defRPr>
            </a:pPr>
            <a:r>
              <a:rPr sz="975">
                <a:solidFill>
                  <a:srgbClr val="34414B"/>
                </a:solidFill>
              </a:rPr>
              <a:t>A developer or lead can update scope, prompts, and guidance before delegation.</a:t>
            </a:r>
          </a:p>
        </p:txBody>
      </p:sp>
      <p:sp>
        <p:nvSpPr>
          <p:cNvPr id="17" name="">
            <a:extLst xmlns:a="http://schemas.openxmlformats.org/drawingml/2006/main">
              <a:ext uri="{FF2B5EF4-FFF2-40B4-BE49-F238E27FC236}">
                <a16:creationId xmlns:a16="http://schemas.microsoft.com/office/drawing/2014/main" id="{12F5CCBC-745E-45C6-B4AB-AEE2B30EA464}"/>
              </a:ext>
            </a:extLst>
          </p:cNvPr>
          <p:cNvSpPr>
            <a:spLocks xmlns:a="http://schemas.openxmlformats.org/drawingml/2006/main" noGrp="1"/>
          </p:cNvSpPr>
          <p:nvPr/>
        </p:nvSpPr>
        <p:spPr>
          <a:xfrm xmlns:a="http://schemas.openxmlformats.org/drawingml/2006/main">
            <a:off x="8286750" y="2038350"/>
            <a:ext cx="3143250" cy="990600"/>
          </a:xfrm>
          <a:prstGeom xmlns:a="http://schemas.openxmlformats.org/drawingml/2006/main" prst="roundRect">
            <a:avLst>
              <a:gd name="adj" fmla="val 7692"/>
            </a:avLst>
          </a:prstGeom>
          <a:solidFill xmlns:a="http://schemas.openxmlformats.org/drawingml/2006/main">
            <a:srgbClr val="F4FBF7"/>
          </a:solidFill>
          <a:ln xmlns:a="http://schemas.openxmlformats.org/drawingml/2006/main" w="19050">
            <a:solidFill>
              <a:srgbClr val="A7CDB8"/>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1E5A40"/>
                </a:solidFill>
              </a:rPr>
              <a:t>7. Delegation to OCA Codex / Cline</a:t>
            </a:r>
          </a:p>
          <a:p xmlns:a="http://schemas.openxmlformats.org/drawingml/2006/main">
            <a:pPr algn="l">
              <a:defRPr sz="975">
                <a:solidFill>
                  <a:srgbClr val="34414B"/>
                </a:solidFill>
              </a:defRPr>
            </a:pPr>
            <a:r>
              <a:rPr sz="975">
                <a:solidFill>
                  <a:srgbClr val="34414B"/>
                </a:solidFill>
              </a:rPr>
              <a:t>Governed execution against the target repository.</a:t>
            </a:r>
          </a:p>
        </p:txBody>
      </p:sp>
      <p:sp>
        <p:nvSpPr>
          <p:cNvPr id="18" name="">
            <a:extLst xmlns:a="http://schemas.openxmlformats.org/drawingml/2006/main">
              <a:ext uri="{FF2B5EF4-FFF2-40B4-BE49-F238E27FC236}">
                <a16:creationId xmlns:a16="http://schemas.microsoft.com/office/drawing/2014/main" id="{25A526A5-449E-425D-8041-4965302C3A61}"/>
              </a:ext>
            </a:extLst>
          </p:cNvPr>
          <p:cNvSpPr>
            <a:spLocks xmlns:a="http://schemas.openxmlformats.org/drawingml/2006/main" noGrp="1"/>
          </p:cNvSpPr>
          <p:nvPr/>
        </p:nvSpPr>
        <p:spPr>
          <a:xfrm xmlns:a="http://schemas.openxmlformats.org/drawingml/2006/main">
            <a:off x="8286750" y="3333750"/>
            <a:ext cx="3143250" cy="990600"/>
          </a:xfrm>
          <a:prstGeom xmlns:a="http://schemas.openxmlformats.org/drawingml/2006/main" prst="roundRect">
            <a:avLst>
              <a:gd name="adj" fmla="val 7692"/>
            </a:avLst>
          </a:prstGeom>
          <a:solidFill xmlns:a="http://schemas.openxmlformats.org/drawingml/2006/main">
            <a:srgbClr val="F4FBF7"/>
          </a:solidFill>
          <a:ln xmlns:a="http://schemas.openxmlformats.org/drawingml/2006/main" w="19050">
            <a:solidFill>
              <a:srgbClr val="A7CDB8"/>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1E5A40"/>
                </a:solidFill>
              </a:rPr>
              <a:t>8. Review Changed Files + Fill Gaps</a:t>
            </a:r>
          </a:p>
          <a:p xmlns:a="http://schemas.openxmlformats.org/drawingml/2006/main">
            <a:pPr algn="l">
              <a:defRPr sz="975">
                <a:solidFill>
                  <a:srgbClr val="34414B"/>
                </a:solidFill>
              </a:defRPr>
            </a:pPr>
            <a:r>
              <a:rPr sz="975">
                <a:solidFill>
                  <a:srgbClr val="34414B"/>
                </a:solidFill>
              </a:rPr>
              <a:t>Inspect diffs, validate tests and a11y, and close remaining misses.</a:t>
            </a:r>
          </a:p>
        </p:txBody>
      </p:sp>
      <p:sp>
        <p:nvSpPr>
          <p:cNvPr id="19" name="">
            <a:extLst xmlns:a="http://schemas.openxmlformats.org/drawingml/2006/main">
              <a:ext uri="{FF2B5EF4-FFF2-40B4-BE49-F238E27FC236}">
                <a16:creationId xmlns:a16="http://schemas.microsoft.com/office/drawing/2014/main" id="{31D6485E-2C1D-4E42-92B5-843553BDF21B}"/>
              </a:ext>
            </a:extLst>
          </p:cNvPr>
          <p:cNvSpPr>
            <a:spLocks xmlns:a="http://schemas.openxmlformats.org/drawingml/2006/main" noGrp="1"/>
          </p:cNvSpPr>
          <p:nvPr/>
        </p:nvSpPr>
        <p:spPr>
          <a:xfrm xmlns:a="http://schemas.openxmlformats.org/drawingml/2006/main">
            <a:off x="8286750" y="4629150"/>
            <a:ext cx="3143250" cy="990600"/>
          </a:xfrm>
          <a:prstGeom xmlns:a="http://schemas.openxmlformats.org/drawingml/2006/main" prst="roundRect">
            <a:avLst>
              <a:gd name="adj" fmla="val 7692"/>
            </a:avLst>
          </a:prstGeom>
          <a:solidFill xmlns:a="http://schemas.openxmlformats.org/drawingml/2006/main">
            <a:srgbClr val="FFF3ED"/>
          </a:solidFill>
          <a:ln xmlns:a="http://schemas.openxmlformats.org/drawingml/2006/main" w="19050">
            <a:solidFill>
              <a:srgbClr val="C74634"/>
            </a:solidFill>
            <a:prstDash val="solid"/>
          </a:ln>
        </p:spPr>
        <p:txBody>
          <a:bodyPr xmlns:a="http://schemas.openxmlformats.org/drawingml/2006/main" lIns="171450" tIns="152400" rIns="171450" bIns="152400" anchor="ctr"/>
          <a:lstStyle xmlns:a="http://schemas.openxmlformats.org/drawingml/2006/main"/>
          <a:p xmlns:a="http://schemas.openxmlformats.org/drawingml/2006/main">
            <a:pPr algn="l">
              <a:defRPr sz="975">
                <a:solidFill>
                  <a:srgbClr val="34414B"/>
                </a:solidFill>
              </a:defRPr>
            </a:pPr>
            <a:r>
              <a:rPr sz="1275" b="1">
                <a:solidFill>
                  <a:srgbClr val="6F2119"/>
                </a:solidFill>
              </a:rPr>
              <a:t>9. Final Human Approval + Deliver</a:t>
            </a:r>
          </a:p>
          <a:p xmlns:a="http://schemas.openxmlformats.org/drawingml/2006/main">
            <a:pPr algn="l">
              <a:defRPr sz="975">
                <a:solidFill>
                  <a:srgbClr val="34414B"/>
                </a:solidFill>
              </a:defRPr>
            </a:pPr>
            <a:r>
              <a:rPr sz="975">
                <a:solidFill>
                  <a:srgbClr val="34414B"/>
                </a:solidFill>
              </a:rPr>
              <a:t>Approve, refine, or reject before merge, submission, or handoff.</a:t>
            </a:r>
          </a:p>
        </p:txBody>
      </p:sp>
      <p:sp>
        <p:nvSpPr>
          <p:cNvPr id="20" name="">
            <a:extLst xmlns:a="http://schemas.openxmlformats.org/drawingml/2006/main">
              <a:ext uri="{FF2B5EF4-FFF2-40B4-BE49-F238E27FC236}">
                <a16:creationId xmlns:a16="http://schemas.microsoft.com/office/drawing/2014/main" id="{ECBAEE0A-A7B5-4C4A-A0C8-0DF0EDA065B6}"/>
              </a:ext>
            </a:extLst>
          </p:cNvPr>
          <p:cNvSpPr>
            <a:spLocks xmlns:a="http://schemas.openxmlformats.org/drawingml/2006/main" noGrp="1"/>
          </p:cNvSpPr>
          <p:nvPr/>
        </p:nvSpPr>
        <p:spPr>
          <a:xfrm xmlns:a="http://schemas.openxmlformats.org/drawingml/2006/main">
            <a:off x="2152650" y="3067050"/>
            <a:ext cx="361950" cy="209550"/>
          </a:xfrm>
          <a:prstGeom xmlns:a="http://schemas.openxmlformats.org/drawingml/2006/main" prst="downArrow">
            <a:avLst/>
          </a:prstGeom>
          <a:solidFill xmlns:a="http://schemas.openxmlformats.org/drawingml/2006/main">
            <a:srgbClr val="C74634"/>
          </a:solidFill>
          <a:ln xmlns:a="http://schemas.openxmlformats.org/drawingml/2006/main" w="9525">
            <a:solidFill>
              <a:srgbClr val="C74634"/>
            </a:solidFill>
            <a:prstDash val="solid"/>
          </a:ln>
        </p:spPr>
      </p:sp>
      <p:sp>
        <p:nvSpPr>
          <p:cNvPr id="21" name="">
            <a:extLst xmlns:a="http://schemas.openxmlformats.org/drawingml/2006/main">
              <a:ext uri="{FF2B5EF4-FFF2-40B4-BE49-F238E27FC236}">
                <a16:creationId xmlns:a16="http://schemas.microsoft.com/office/drawing/2014/main" id="{A8E8CA16-03CF-4F0A-8F8A-7D3A849C95AE}"/>
              </a:ext>
            </a:extLst>
          </p:cNvPr>
          <p:cNvSpPr>
            <a:spLocks xmlns:a="http://schemas.openxmlformats.org/drawingml/2006/main" noGrp="1"/>
          </p:cNvSpPr>
          <p:nvPr/>
        </p:nvSpPr>
        <p:spPr>
          <a:xfrm xmlns:a="http://schemas.openxmlformats.org/drawingml/2006/main">
            <a:off x="2152650" y="4362450"/>
            <a:ext cx="361950" cy="209550"/>
          </a:xfrm>
          <a:prstGeom xmlns:a="http://schemas.openxmlformats.org/drawingml/2006/main" prst="downArrow">
            <a:avLst/>
          </a:prstGeom>
          <a:solidFill xmlns:a="http://schemas.openxmlformats.org/drawingml/2006/main">
            <a:srgbClr val="C74634"/>
          </a:solidFill>
          <a:ln xmlns:a="http://schemas.openxmlformats.org/drawingml/2006/main" w="9525">
            <a:solidFill>
              <a:srgbClr val="C74634"/>
            </a:solidFill>
            <a:prstDash val="solid"/>
          </a:ln>
        </p:spPr>
      </p:sp>
      <p:sp>
        <p:nvSpPr>
          <p:cNvPr id="22" name="">
            <a:extLst xmlns:a="http://schemas.openxmlformats.org/drawingml/2006/main">
              <a:ext uri="{FF2B5EF4-FFF2-40B4-BE49-F238E27FC236}">
                <a16:creationId xmlns:a16="http://schemas.microsoft.com/office/drawing/2014/main" id="{ECF936B8-A01D-4F6E-B24E-A91C2E83EB84}"/>
              </a:ext>
            </a:extLst>
          </p:cNvPr>
          <p:cNvSpPr>
            <a:spLocks xmlns:a="http://schemas.openxmlformats.org/drawingml/2006/main" noGrp="1"/>
          </p:cNvSpPr>
          <p:nvPr/>
        </p:nvSpPr>
        <p:spPr>
          <a:xfrm xmlns:a="http://schemas.openxmlformats.org/drawingml/2006/main">
            <a:off x="5915025" y="3067050"/>
            <a:ext cx="361950" cy="209550"/>
          </a:xfrm>
          <a:prstGeom xmlns:a="http://schemas.openxmlformats.org/drawingml/2006/main" prst="downArrow">
            <a:avLst/>
          </a:prstGeom>
          <a:solidFill xmlns:a="http://schemas.openxmlformats.org/drawingml/2006/main">
            <a:srgbClr val="C74634"/>
          </a:solidFill>
          <a:ln xmlns:a="http://schemas.openxmlformats.org/drawingml/2006/main" w="9525">
            <a:solidFill>
              <a:srgbClr val="C74634"/>
            </a:solidFill>
            <a:prstDash val="solid"/>
          </a:ln>
        </p:spPr>
      </p:sp>
      <p:sp>
        <p:nvSpPr>
          <p:cNvPr id="23" name="">
            <a:extLst xmlns:a="http://schemas.openxmlformats.org/drawingml/2006/main">
              <a:ext uri="{FF2B5EF4-FFF2-40B4-BE49-F238E27FC236}">
                <a16:creationId xmlns:a16="http://schemas.microsoft.com/office/drawing/2014/main" id="{DC536E64-8FBB-41B4-ABF8-335D15B7A934}"/>
              </a:ext>
            </a:extLst>
          </p:cNvPr>
          <p:cNvSpPr>
            <a:spLocks xmlns:a="http://schemas.openxmlformats.org/drawingml/2006/main" noGrp="1"/>
          </p:cNvSpPr>
          <p:nvPr/>
        </p:nvSpPr>
        <p:spPr>
          <a:xfrm xmlns:a="http://schemas.openxmlformats.org/drawingml/2006/main">
            <a:off x="5915025" y="4362450"/>
            <a:ext cx="361950" cy="209550"/>
          </a:xfrm>
          <a:prstGeom xmlns:a="http://schemas.openxmlformats.org/drawingml/2006/main" prst="downArrow">
            <a:avLst/>
          </a:prstGeom>
          <a:solidFill xmlns:a="http://schemas.openxmlformats.org/drawingml/2006/main">
            <a:srgbClr val="C74634"/>
          </a:solidFill>
          <a:ln xmlns:a="http://schemas.openxmlformats.org/drawingml/2006/main" w="9525">
            <a:solidFill>
              <a:srgbClr val="C74634"/>
            </a:solidFill>
            <a:prstDash val="solid"/>
          </a:ln>
        </p:spPr>
      </p:sp>
      <p:sp>
        <p:nvSpPr>
          <p:cNvPr id="24" name="">
            <a:extLst xmlns:a="http://schemas.openxmlformats.org/drawingml/2006/main">
              <a:ext uri="{FF2B5EF4-FFF2-40B4-BE49-F238E27FC236}">
                <a16:creationId xmlns:a16="http://schemas.microsoft.com/office/drawing/2014/main" id="{C7D10A95-6583-43EB-B12B-2F2833B3B1E2}"/>
              </a:ext>
            </a:extLst>
          </p:cNvPr>
          <p:cNvSpPr>
            <a:spLocks xmlns:a="http://schemas.openxmlformats.org/drawingml/2006/main" noGrp="1"/>
          </p:cNvSpPr>
          <p:nvPr/>
        </p:nvSpPr>
        <p:spPr>
          <a:xfrm xmlns:a="http://schemas.openxmlformats.org/drawingml/2006/main">
            <a:off x="9677400" y="3067050"/>
            <a:ext cx="361950" cy="209550"/>
          </a:xfrm>
          <a:prstGeom xmlns:a="http://schemas.openxmlformats.org/drawingml/2006/main" prst="downArrow">
            <a:avLst/>
          </a:prstGeom>
          <a:solidFill xmlns:a="http://schemas.openxmlformats.org/drawingml/2006/main">
            <a:srgbClr val="C74634"/>
          </a:solidFill>
          <a:ln xmlns:a="http://schemas.openxmlformats.org/drawingml/2006/main" w="9525">
            <a:solidFill>
              <a:srgbClr val="C74634"/>
            </a:solidFill>
            <a:prstDash val="solid"/>
          </a:ln>
        </p:spPr>
      </p:sp>
      <p:sp>
        <p:nvSpPr>
          <p:cNvPr id="25" name="">
            <a:extLst xmlns:a="http://schemas.openxmlformats.org/drawingml/2006/main">
              <a:ext uri="{FF2B5EF4-FFF2-40B4-BE49-F238E27FC236}">
                <a16:creationId xmlns:a16="http://schemas.microsoft.com/office/drawing/2014/main" id="{FD47A293-0E91-40EA-9E40-0ABA63BBEA08}"/>
              </a:ext>
            </a:extLst>
          </p:cNvPr>
          <p:cNvSpPr>
            <a:spLocks xmlns:a="http://schemas.openxmlformats.org/drawingml/2006/main" noGrp="1"/>
          </p:cNvSpPr>
          <p:nvPr/>
        </p:nvSpPr>
        <p:spPr>
          <a:xfrm xmlns:a="http://schemas.openxmlformats.org/drawingml/2006/main">
            <a:off x="9677400" y="4362450"/>
            <a:ext cx="361950" cy="209550"/>
          </a:xfrm>
          <a:prstGeom xmlns:a="http://schemas.openxmlformats.org/drawingml/2006/main" prst="downArrow">
            <a:avLst/>
          </a:prstGeom>
          <a:solidFill xmlns:a="http://schemas.openxmlformats.org/drawingml/2006/main">
            <a:srgbClr val="C74634"/>
          </a:solidFill>
          <a:ln xmlns:a="http://schemas.openxmlformats.org/drawingml/2006/main" w="9525">
            <a:solidFill>
              <a:srgbClr val="C74634"/>
            </a:solidFill>
            <a:prstDash val="solid"/>
          </a:ln>
        </p:spPr>
      </p:sp>
      <p:sp>
        <p:nvSpPr>
          <p:cNvPr id="26" name="">
            <a:extLst xmlns:a="http://schemas.openxmlformats.org/drawingml/2006/main">
              <a:ext uri="{FF2B5EF4-FFF2-40B4-BE49-F238E27FC236}">
                <a16:creationId xmlns:a16="http://schemas.microsoft.com/office/drawing/2014/main" id="{ACAA4689-D39C-4514-950F-27FE502D8D4A}"/>
              </a:ext>
            </a:extLst>
          </p:cNvPr>
          <p:cNvSpPr>
            <a:spLocks xmlns:a="http://schemas.openxmlformats.org/drawingml/2006/main" noGrp="1"/>
          </p:cNvSpPr>
          <p:nvPr/>
        </p:nvSpPr>
        <p:spPr>
          <a:xfrm xmlns:a="http://schemas.openxmlformats.org/drawingml/2006/main">
            <a:off x="762000" y="5943600"/>
            <a:ext cx="106680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4E7EB"/>
            </a:solidFill>
            <a:prstDash val="solid"/>
          </a:ln>
        </p:spPr>
        <p:txBody>
          <a:bodyPr xmlns:a="http://schemas.openxmlformats.org/drawingml/2006/main" lIns="171450" tIns="114300" rIns="171450" bIns="114300"/>
          <a:lstStyle xmlns:a="http://schemas.openxmlformats.org/drawingml/2006/main"/>
          <a:p xmlns:a="http://schemas.openxmlformats.org/drawingml/2006/main">
            <a:r>
              <a:rPr sz="1125">
                <a:solidFill>
                  <a:srgbClr val="1F2933"/>
                </a:solidFill>
              </a:rPr>
              <a:t>Accessibility enters at step 5 before delegation. Human review checkpoints appear at step 6 before OCA execution and step 9 before final delivery.</a:t>
            </a:r>
          </a:p>
        </p:txBody>
      </p:sp>
    </p:spTree>
    <p:extLst>
      <p:ext uri="{BB962C8B-B14F-4D97-AF65-F5344CB8AC3E}">
        <p14:creationId xmlns:p14="http://schemas.microsoft.com/office/powerpoint/2010/main" val="1658371231"/>
      </p:ext>
    </p:extLst>
  </p:cSld>
</p:sld>
</file>

<file path=ppt/theme/theme1.xml><?xml version="1.0" encoding="utf-8"?>
<a:theme xmlns:a="http://schemas.openxmlformats.org/drawingml/2006/main" name="Oracle Redwood 08-26-2020">
  <a:themeElements>
    <a:clrScheme name="Oracle Redwood 08-26-2020">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00688C"/>
      </a:hlink>
      <a:folHlink>
        <a:srgbClr val="00688C"/>
      </a:folHlink>
    </a:clrScheme>
    <a:fontScheme name="Office">
      <a:majorFont>
        <a:latin typeface="Calibri Light"/>
        <a:ea typeface="Calibri Light"/>
        <a:cs typeface="Calibri Light"/>
      </a:majorFont>
      <a:minorFont>
        <a:latin typeface="Calibri"/>
        <a:ea typeface="Calibri"/>
        <a:cs typeface="Calibri"/>
      </a:minorFont>
    </a:fontScheme>
    <a:fmtScheme name="Oracle Redwood 08-26-2020">
      <a:fillStyleLst>
        <a:solidFill>
          <a:schemeClr val="phClr"/>
        </a:solidFill>
        <a:solidFill>
          <a:schemeClr val="dk1"/>
        </a:solidFill>
        <a:solidFill>
          <a:schemeClr val="accent1"/>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2026-04-24T06:19:46.5460000Z</dcterms:created>
  <dcterms:modified xsi:type="dcterms:W3CDTF">2026-04-24T06:19:46.5460000Z</dcterms:modified>
</coreProperties>
</file>